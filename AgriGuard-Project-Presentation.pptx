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0"/>
            <a:ext cx="18288000" cy="102488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1178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341362"/>
            <a:ext cx="4062983" cy="394563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56335" y="38100"/>
            <a:ext cx="4931663" cy="49712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036" y="5747003"/>
            <a:ext cx="7792211" cy="16855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82187" y="368808"/>
            <a:ext cx="2305811" cy="14767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4540" y="2136775"/>
            <a:ext cx="5202555" cy="288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EF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4347" y="0"/>
            <a:ext cx="4073652" cy="406146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11795" y="8295130"/>
            <a:ext cx="4253484" cy="199186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68728" y="1822704"/>
            <a:ext cx="1258824" cy="194157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55395" y="0"/>
            <a:ext cx="1511807" cy="10287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58500" y="8298178"/>
            <a:ext cx="2380488" cy="1972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812781" y="3036163"/>
            <a:ext cx="8069580" cy="5168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EF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8632" y="0"/>
            <a:ext cx="2409444" cy="146913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43604" y="437387"/>
            <a:ext cx="1644396" cy="2895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5476" y="8307322"/>
            <a:ext cx="3590544" cy="1979674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025128" y="4134611"/>
            <a:ext cx="2689860" cy="2103120"/>
          </a:xfrm>
          <a:custGeom>
            <a:avLst/>
            <a:gdLst/>
            <a:ahLst/>
            <a:cxnLst/>
            <a:rect l="l" t="t" r="r" b="b"/>
            <a:pathLst>
              <a:path w="2689859" h="2103120">
                <a:moveTo>
                  <a:pt x="1344929" y="0"/>
                </a:moveTo>
                <a:lnTo>
                  <a:pt x="1290834" y="834"/>
                </a:lnTo>
                <a:lnTo>
                  <a:pt x="1237282" y="3318"/>
                </a:lnTo>
                <a:lnTo>
                  <a:pt x="1184312" y="7420"/>
                </a:lnTo>
                <a:lnTo>
                  <a:pt x="1131964" y="13108"/>
                </a:lnTo>
                <a:lnTo>
                  <a:pt x="1080280" y="20350"/>
                </a:lnTo>
                <a:lnTo>
                  <a:pt x="1029299" y="29116"/>
                </a:lnTo>
                <a:lnTo>
                  <a:pt x="979061" y="39373"/>
                </a:lnTo>
                <a:lnTo>
                  <a:pt x="929606" y="51092"/>
                </a:lnTo>
                <a:lnTo>
                  <a:pt x="880975" y="64239"/>
                </a:lnTo>
                <a:lnTo>
                  <a:pt x="833208" y="78784"/>
                </a:lnTo>
                <a:lnTo>
                  <a:pt x="786345" y="94695"/>
                </a:lnTo>
                <a:lnTo>
                  <a:pt x="740425" y="111941"/>
                </a:lnTo>
                <a:lnTo>
                  <a:pt x="695490" y="130491"/>
                </a:lnTo>
                <a:lnTo>
                  <a:pt x="651580" y="150313"/>
                </a:lnTo>
                <a:lnTo>
                  <a:pt x="608734" y="171375"/>
                </a:lnTo>
                <a:lnTo>
                  <a:pt x="566993" y="193646"/>
                </a:lnTo>
                <a:lnTo>
                  <a:pt x="526396" y="217096"/>
                </a:lnTo>
                <a:lnTo>
                  <a:pt x="486985" y="241692"/>
                </a:lnTo>
                <a:lnTo>
                  <a:pt x="448799" y="267402"/>
                </a:lnTo>
                <a:lnTo>
                  <a:pt x="411879" y="294197"/>
                </a:lnTo>
                <a:lnTo>
                  <a:pt x="376264" y="322043"/>
                </a:lnTo>
                <a:lnTo>
                  <a:pt x="341995" y="350911"/>
                </a:lnTo>
                <a:lnTo>
                  <a:pt x="309112" y="380767"/>
                </a:lnTo>
                <a:lnTo>
                  <a:pt x="277655" y="411582"/>
                </a:lnTo>
                <a:lnTo>
                  <a:pt x="247664" y="443323"/>
                </a:lnTo>
                <a:lnTo>
                  <a:pt x="219180" y="475959"/>
                </a:lnTo>
                <a:lnTo>
                  <a:pt x="192242" y="509459"/>
                </a:lnTo>
                <a:lnTo>
                  <a:pt x="166891" y="543792"/>
                </a:lnTo>
                <a:lnTo>
                  <a:pt x="143167" y="578925"/>
                </a:lnTo>
                <a:lnTo>
                  <a:pt x="121110" y="614827"/>
                </a:lnTo>
                <a:lnTo>
                  <a:pt x="100760" y="651468"/>
                </a:lnTo>
                <a:lnTo>
                  <a:pt x="82158" y="688816"/>
                </a:lnTo>
                <a:lnTo>
                  <a:pt x="65343" y="726838"/>
                </a:lnTo>
                <a:lnTo>
                  <a:pt x="50356" y="765505"/>
                </a:lnTo>
                <a:lnTo>
                  <a:pt x="37237" y="804784"/>
                </a:lnTo>
                <a:lnTo>
                  <a:pt x="26026" y="844644"/>
                </a:lnTo>
                <a:lnTo>
                  <a:pt x="16764" y="885053"/>
                </a:lnTo>
                <a:lnTo>
                  <a:pt x="9490" y="925981"/>
                </a:lnTo>
                <a:lnTo>
                  <a:pt x="4244" y="967396"/>
                </a:lnTo>
                <a:lnTo>
                  <a:pt x="1067" y="1009266"/>
                </a:lnTo>
                <a:lnTo>
                  <a:pt x="0" y="1051560"/>
                </a:lnTo>
                <a:lnTo>
                  <a:pt x="1067" y="1093853"/>
                </a:lnTo>
                <a:lnTo>
                  <a:pt x="4244" y="1135723"/>
                </a:lnTo>
                <a:lnTo>
                  <a:pt x="9490" y="1177138"/>
                </a:lnTo>
                <a:lnTo>
                  <a:pt x="16764" y="1218066"/>
                </a:lnTo>
                <a:lnTo>
                  <a:pt x="26026" y="1258475"/>
                </a:lnTo>
                <a:lnTo>
                  <a:pt x="37237" y="1298335"/>
                </a:lnTo>
                <a:lnTo>
                  <a:pt x="50356" y="1337614"/>
                </a:lnTo>
                <a:lnTo>
                  <a:pt x="65343" y="1376281"/>
                </a:lnTo>
                <a:lnTo>
                  <a:pt x="82158" y="1414303"/>
                </a:lnTo>
                <a:lnTo>
                  <a:pt x="100760" y="1451651"/>
                </a:lnTo>
                <a:lnTo>
                  <a:pt x="121110" y="1488292"/>
                </a:lnTo>
                <a:lnTo>
                  <a:pt x="143167" y="1524194"/>
                </a:lnTo>
                <a:lnTo>
                  <a:pt x="166891" y="1559327"/>
                </a:lnTo>
                <a:lnTo>
                  <a:pt x="192242" y="1593660"/>
                </a:lnTo>
                <a:lnTo>
                  <a:pt x="219180" y="1627160"/>
                </a:lnTo>
                <a:lnTo>
                  <a:pt x="247664" y="1659796"/>
                </a:lnTo>
                <a:lnTo>
                  <a:pt x="277655" y="1691537"/>
                </a:lnTo>
                <a:lnTo>
                  <a:pt x="309112" y="1722352"/>
                </a:lnTo>
                <a:lnTo>
                  <a:pt x="341995" y="1752208"/>
                </a:lnTo>
                <a:lnTo>
                  <a:pt x="376264" y="1781076"/>
                </a:lnTo>
                <a:lnTo>
                  <a:pt x="411879" y="1808922"/>
                </a:lnTo>
                <a:lnTo>
                  <a:pt x="448799" y="1835717"/>
                </a:lnTo>
                <a:lnTo>
                  <a:pt x="486985" y="1861427"/>
                </a:lnTo>
                <a:lnTo>
                  <a:pt x="526396" y="1886023"/>
                </a:lnTo>
                <a:lnTo>
                  <a:pt x="566993" y="1909473"/>
                </a:lnTo>
                <a:lnTo>
                  <a:pt x="608734" y="1931744"/>
                </a:lnTo>
                <a:lnTo>
                  <a:pt x="651580" y="1952806"/>
                </a:lnTo>
                <a:lnTo>
                  <a:pt x="695490" y="1972628"/>
                </a:lnTo>
                <a:lnTo>
                  <a:pt x="740425" y="1991178"/>
                </a:lnTo>
                <a:lnTo>
                  <a:pt x="786345" y="2008424"/>
                </a:lnTo>
                <a:lnTo>
                  <a:pt x="833208" y="2024335"/>
                </a:lnTo>
                <a:lnTo>
                  <a:pt x="880975" y="2038880"/>
                </a:lnTo>
                <a:lnTo>
                  <a:pt x="929606" y="2052027"/>
                </a:lnTo>
                <a:lnTo>
                  <a:pt x="979061" y="2063746"/>
                </a:lnTo>
                <a:lnTo>
                  <a:pt x="1029299" y="2074003"/>
                </a:lnTo>
                <a:lnTo>
                  <a:pt x="1080280" y="2082769"/>
                </a:lnTo>
                <a:lnTo>
                  <a:pt x="1131964" y="2090011"/>
                </a:lnTo>
                <a:lnTo>
                  <a:pt x="1184312" y="2095699"/>
                </a:lnTo>
                <a:lnTo>
                  <a:pt x="1237282" y="2099801"/>
                </a:lnTo>
                <a:lnTo>
                  <a:pt x="1290834" y="2102285"/>
                </a:lnTo>
                <a:lnTo>
                  <a:pt x="1344929" y="2103120"/>
                </a:lnTo>
                <a:lnTo>
                  <a:pt x="1399025" y="2102285"/>
                </a:lnTo>
                <a:lnTo>
                  <a:pt x="1452577" y="2099801"/>
                </a:lnTo>
                <a:lnTo>
                  <a:pt x="1505547" y="2095699"/>
                </a:lnTo>
                <a:lnTo>
                  <a:pt x="1557895" y="2090011"/>
                </a:lnTo>
                <a:lnTo>
                  <a:pt x="1609579" y="2082769"/>
                </a:lnTo>
                <a:lnTo>
                  <a:pt x="1660560" y="2074003"/>
                </a:lnTo>
                <a:lnTo>
                  <a:pt x="1710798" y="2063746"/>
                </a:lnTo>
                <a:lnTo>
                  <a:pt x="1760253" y="2052027"/>
                </a:lnTo>
                <a:lnTo>
                  <a:pt x="1808884" y="2038880"/>
                </a:lnTo>
                <a:lnTo>
                  <a:pt x="1856651" y="2024335"/>
                </a:lnTo>
                <a:lnTo>
                  <a:pt x="1903514" y="2008424"/>
                </a:lnTo>
                <a:lnTo>
                  <a:pt x="1949434" y="1991178"/>
                </a:lnTo>
                <a:lnTo>
                  <a:pt x="1994369" y="1972628"/>
                </a:lnTo>
                <a:lnTo>
                  <a:pt x="2038279" y="1952806"/>
                </a:lnTo>
                <a:lnTo>
                  <a:pt x="2081125" y="1931744"/>
                </a:lnTo>
                <a:lnTo>
                  <a:pt x="2122866" y="1909473"/>
                </a:lnTo>
                <a:lnTo>
                  <a:pt x="2163463" y="1886023"/>
                </a:lnTo>
                <a:lnTo>
                  <a:pt x="2202874" y="1861427"/>
                </a:lnTo>
                <a:lnTo>
                  <a:pt x="2241060" y="1835717"/>
                </a:lnTo>
                <a:lnTo>
                  <a:pt x="2277980" y="1808922"/>
                </a:lnTo>
                <a:lnTo>
                  <a:pt x="2313595" y="1781076"/>
                </a:lnTo>
                <a:lnTo>
                  <a:pt x="2347864" y="1752208"/>
                </a:lnTo>
                <a:lnTo>
                  <a:pt x="2380747" y="1722352"/>
                </a:lnTo>
                <a:lnTo>
                  <a:pt x="2412204" y="1691537"/>
                </a:lnTo>
                <a:lnTo>
                  <a:pt x="2442195" y="1659796"/>
                </a:lnTo>
                <a:lnTo>
                  <a:pt x="2470679" y="1627160"/>
                </a:lnTo>
                <a:lnTo>
                  <a:pt x="2497617" y="1593660"/>
                </a:lnTo>
                <a:lnTo>
                  <a:pt x="2522968" y="1559327"/>
                </a:lnTo>
                <a:lnTo>
                  <a:pt x="2546692" y="1524194"/>
                </a:lnTo>
                <a:lnTo>
                  <a:pt x="2568749" y="1488292"/>
                </a:lnTo>
                <a:lnTo>
                  <a:pt x="2589099" y="1451651"/>
                </a:lnTo>
                <a:lnTo>
                  <a:pt x="2607701" y="1414303"/>
                </a:lnTo>
                <a:lnTo>
                  <a:pt x="2624516" y="1376281"/>
                </a:lnTo>
                <a:lnTo>
                  <a:pt x="2639503" y="1337614"/>
                </a:lnTo>
                <a:lnTo>
                  <a:pt x="2652622" y="1298335"/>
                </a:lnTo>
                <a:lnTo>
                  <a:pt x="2663833" y="1258475"/>
                </a:lnTo>
                <a:lnTo>
                  <a:pt x="2673095" y="1218066"/>
                </a:lnTo>
                <a:lnTo>
                  <a:pt x="2680369" y="1177138"/>
                </a:lnTo>
                <a:lnTo>
                  <a:pt x="2685615" y="1135723"/>
                </a:lnTo>
                <a:lnTo>
                  <a:pt x="2688792" y="1093853"/>
                </a:lnTo>
                <a:lnTo>
                  <a:pt x="2689860" y="1051560"/>
                </a:lnTo>
                <a:lnTo>
                  <a:pt x="2688792" y="1009266"/>
                </a:lnTo>
                <a:lnTo>
                  <a:pt x="2685615" y="967396"/>
                </a:lnTo>
                <a:lnTo>
                  <a:pt x="2680369" y="925981"/>
                </a:lnTo>
                <a:lnTo>
                  <a:pt x="2673095" y="885053"/>
                </a:lnTo>
                <a:lnTo>
                  <a:pt x="2663833" y="844644"/>
                </a:lnTo>
                <a:lnTo>
                  <a:pt x="2652622" y="804784"/>
                </a:lnTo>
                <a:lnTo>
                  <a:pt x="2639503" y="765505"/>
                </a:lnTo>
                <a:lnTo>
                  <a:pt x="2624516" y="726838"/>
                </a:lnTo>
                <a:lnTo>
                  <a:pt x="2607701" y="688816"/>
                </a:lnTo>
                <a:lnTo>
                  <a:pt x="2589099" y="651468"/>
                </a:lnTo>
                <a:lnTo>
                  <a:pt x="2568749" y="614827"/>
                </a:lnTo>
                <a:lnTo>
                  <a:pt x="2546692" y="578925"/>
                </a:lnTo>
                <a:lnTo>
                  <a:pt x="2522968" y="543792"/>
                </a:lnTo>
                <a:lnTo>
                  <a:pt x="2497617" y="509459"/>
                </a:lnTo>
                <a:lnTo>
                  <a:pt x="2470679" y="475959"/>
                </a:lnTo>
                <a:lnTo>
                  <a:pt x="2442195" y="443323"/>
                </a:lnTo>
                <a:lnTo>
                  <a:pt x="2412204" y="411582"/>
                </a:lnTo>
                <a:lnTo>
                  <a:pt x="2380747" y="380767"/>
                </a:lnTo>
                <a:lnTo>
                  <a:pt x="2347864" y="350911"/>
                </a:lnTo>
                <a:lnTo>
                  <a:pt x="2313595" y="322043"/>
                </a:lnTo>
                <a:lnTo>
                  <a:pt x="2277980" y="294197"/>
                </a:lnTo>
                <a:lnTo>
                  <a:pt x="2241060" y="267402"/>
                </a:lnTo>
                <a:lnTo>
                  <a:pt x="2202874" y="241692"/>
                </a:lnTo>
                <a:lnTo>
                  <a:pt x="2163463" y="217096"/>
                </a:lnTo>
                <a:lnTo>
                  <a:pt x="2122866" y="193646"/>
                </a:lnTo>
                <a:lnTo>
                  <a:pt x="2081125" y="171375"/>
                </a:lnTo>
                <a:lnTo>
                  <a:pt x="2038279" y="150313"/>
                </a:lnTo>
                <a:lnTo>
                  <a:pt x="1994369" y="130491"/>
                </a:lnTo>
                <a:lnTo>
                  <a:pt x="1949434" y="111941"/>
                </a:lnTo>
                <a:lnTo>
                  <a:pt x="1903514" y="94695"/>
                </a:lnTo>
                <a:lnTo>
                  <a:pt x="1856651" y="78784"/>
                </a:lnTo>
                <a:lnTo>
                  <a:pt x="1808884" y="64239"/>
                </a:lnTo>
                <a:lnTo>
                  <a:pt x="1760253" y="51092"/>
                </a:lnTo>
                <a:lnTo>
                  <a:pt x="1710798" y="39373"/>
                </a:lnTo>
                <a:lnTo>
                  <a:pt x="1660560" y="29116"/>
                </a:lnTo>
                <a:lnTo>
                  <a:pt x="1609579" y="20350"/>
                </a:lnTo>
                <a:lnTo>
                  <a:pt x="1557895" y="13108"/>
                </a:lnTo>
                <a:lnTo>
                  <a:pt x="1505547" y="7420"/>
                </a:lnTo>
                <a:lnTo>
                  <a:pt x="1452577" y="3318"/>
                </a:lnTo>
                <a:lnTo>
                  <a:pt x="1399025" y="834"/>
                </a:lnTo>
                <a:lnTo>
                  <a:pt x="1344929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145268" y="5010911"/>
            <a:ext cx="448309" cy="350520"/>
          </a:xfrm>
          <a:custGeom>
            <a:avLst/>
            <a:gdLst/>
            <a:ahLst/>
            <a:cxnLst/>
            <a:rect l="l" t="t" r="r" b="b"/>
            <a:pathLst>
              <a:path w="448309" h="350520">
                <a:moveTo>
                  <a:pt x="224027" y="0"/>
                </a:moveTo>
                <a:lnTo>
                  <a:pt x="172669" y="4629"/>
                </a:lnTo>
                <a:lnTo>
                  <a:pt x="125518" y="17817"/>
                </a:lnTo>
                <a:lnTo>
                  <a:pt x="83922" y="38508"/>
                </a:lnTo>
                <a:lnTo>
                  <a:pt x="49225" y="65651"/>
                </a:lnTo>
                <a:lnTo>
                  <a:pt x="22775" y="98193"/>
                </a:lnTo>
                <a:lnTo>
                  <a:pt x="5918" y="135080"/>
                </a:lnTo>
                <a:lnTo>
                  <a:pt x="0" y="175260"/>
                </a:lnTo>
                <a:lnTo>
                  <a:pt x="5918" y="215439"/>
                </a:lnTo>
                <a:lnTo>
                  <a:pt x="22775" y="252326"/>
                </a:lnTo>
                <a:lnTo>
                  <a:pt x="49225" y="284868"/>
                </a:lnTo>
                <a:lnTo>
                  <a:pt x="83922" y="312011"/>
                </a:lnTo>
                <a:lnTo>
                  <a:pt x="125518" y="332702"/>
                </a:lnTo>
                <a:lnTo>
                  <a:pt x="172669" y="345890"/>
                </a:lnTo>
                <a:lnTo>
                  <a:pt x="224027" y="350520"/>
                </a:lnTo>
                <a:lnTo>
                  <a:pt x="275386" y="345890"/>
                </a:lnTo>
                <a:lnTo>
                  <a:pt x="322537" y="332702"/>
                </a:lnTo>
                <a:lnTo>
                  <a:pt x="364133" y="312011"/>
                </a:lnTo>
                <a:lnTo>
                  <a:pt x="398830" y="284868"/>
                </a:lnTo>
                <a:lnTo>
                  <a:pt x="425280" y="252326"/>
                </a:lnTo>
                <a:lnTo>
                  <a:pt x="442137" y="215439"/>
                </a:lnTo>
                <a:lnTo>
                  <a:pt x="448055" y="175260"/>
                </a:lnTo>
                <a:lnTo>
                  <a:pt x="442137" y="135080"/>
                </a:lnTo>
                <a:lnTo>
                  <a:pt x="425280" y="98193"/>
                </a:lnTo>
                <a:lnTo>
                  <a:pt x="398830" y="65651"/>
                </a:lnTo>
                <a:lnTo>
                  <a:pt x="364133" y="38508"/>
                </a:lnTo>
                <a:lnTo>
                  <a:pt x="322537" y="17817"/>
                </a:lnTo>
                <a:lnTo>
                  <a:pt x="275386" y="4629"/>
                </a:lnTo>
                <a:lnTo>
                  <a:pt x="2240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025890" y="5129783"/>
            <a:ext cx="1120775" cy="114300"/>
          </a:xfrm>
          <a:custGeom>
            <a:avLst/>
            <a:gdLst/>
            <a:ahLst/>
            <a:cxnLst/>
            <a:rect l="l" t="t" r="r" b="b"/>
            <a:pathLst>
              <a:path w="11207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1207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120775" h="114300">
                <a:moveTo>
                  <a:pt x="112052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120520" y="76200"/>
                </a:lnTo>
                <a:lnTo>
                  <a:pt x="1120520" y="3810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370058" y="4443221"/>
            <a:ext cx="951230" cy="1487170"/>
          </a:xfrm>
          <a:custGeom>
            <a:avLst/>
            <a:gdLst/>
            <a:ahLst/>
            <a:cxnLst/>
            <a:rect l="l" t="t" r="r" b="b"/>
            <a:pathLst>
              <a:path w="951229" h="1487170">
                <a:moveTo>
                  <a:pt x="950722" y="0"/>
                </a:moveTo>
                <a:lnTo>
                  <a:pt x="0" y="568198"/>
                </a:lnTo>
              </a:path>
              <a:path w="951229" h="1487170">
                <a:moveTo>
                  <a:pt x="950722" y="1487169"/>
                </a:moveTo>
                <a:lnTo>
                  <a:pt x="0" y="918972"/>
                </a:lnTo>
              </a:path>
            </a:pathLst>
          </a:custGeom>
          <a:ln w="285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35" y="667638"/>
            <a:ext cx="6938645" cy="67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3137" y="2624137"/>
            <a:ext cx="15846425" cy="683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png"/><Relationship Id="rId9" Type="http://schemas.openxmlformats.org/officeDocument/2006/relationships/image" Target="../media/image2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3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23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23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2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57145" y="6016828"/>
            <a:ext cx="515112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400" spc="110" b="1">
                <a:solidFill>
                  <a:srgbClr val="2D9624"/>
                </a:solidFill>
                <a:latin typeface="Tahoma"/>
                <a:cs typeface="Tahoma"/>
              </a:rPr>
              <a:t>A</a:t>
            </a:r>
            <a:r>
              <a:rPr dirty="0" sz="6400" spc="395" b="1">
                <a:solidFill>
                  <a:srgbClr val="2D9624"/>
                </a:solidFill>
                <a:latin typeface="Tahoma"/>
                <a:cs typeface="Tahoma"/>
              </a:rPr>
              <a:t>G</a:t>
            </a:r>
            <a:r>
              <a:rPr dirty="0" sz="6400" spc="-305" b="1">
                <a:solidFill>
                  <a:srgbClr val="2D9624"/>
                </a:solidFill>
                <a:latin typeface="Tahoma"/>
                <a:cs typeface="Tahoma"/>
              </a:rPr>
              <a:t>R</a:t>
            </a:r>
            <a:r>
              <a:rPr dirty="0" sz="6400" spc="-409" b="1">
                <a:solidFill>
                  <a:srgbClr val="2D9624"/>
                </a:solidFill>
                <a:latin typeface="Tahoma"/>
                <a:cs typeface="Tahoma"/>
              </a:rPr>
              <a:t>I</a:t>
            </a:r>
            <a:r>
              <a:rPr dirty="0" sz="6400" spc="395" b="1">
                <a:solidFill>
                  <a:srgbClr val="2D9624"/>
                </a:solidFill>
                <a:latin typeface="Tahoma"/>
                <a:cs typeface="Tahoma"/>
              </a:rPr>
              <a:t>G</a:t>
            </a:r>
            <a:r>
              <a:rPr dirty="0" sz="6400" spc="-80" b="1">
                <a:solidFill>
                  <a:srgbClr val="2D9624"/>
                </a:solidFill>
                <a:latin typeface="Tahoma"/>
                <a:cs typeface="Tahoma"/>
              </a:rPr>
              <a:t>U</a:t>
            </a:r>
            <a:r>
              <a:rPr dirty="0" sz="6400" spc="110" b="1">
                <a:solidFill>
                  <a:srgbClr val="2D9624"/>
                </a:solidFill>
                <a:latin typeface="Tahoma"/>
                <a:cs typeface="Tahoma"/>
              </a:rPr>
              <a:t>A</a:t>
            </a:r>
            <a:r>
              <a:rPr dirty="0" sz="6400" spc="-305" b="1">
                <a:solidFill>
                  <a:srgbClr val="2D9624"/>
                </a:solidFill>
                <a:latin typeface="Tahoma"/>
                <a:cs typeface="Tahoma"/>
              </a:rPr>
              <a:t>R</a:t>
            </a:r>
            <a:r>
              <a:rPr dirty="0" sz="6400" spc="-20" b="1">
                <a:solidFill>
                  <a:srgbClr val="2D9624"/>
                </a:solidFill>
                <a:latin typeface="Tahoma"/>
                <a:cs typeface="Tahoma"/>
              </a:rPr>
              <a:t>D</a:t>
            </a:r>
            <a:endParaRPr sz="6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1260"/>
              </a:lnSpc>
              <a:spcBef>
                <a:spcPts val="100"/>
              </a:spcBef>
            </a:pPr>
            <a:r>
              <a:rPr dirty="0" sz="9600" spc="-10" b="0">
                <a:latin typeface="Calibri"/>
                <a:cs typeface="Calibri"/>
              </a:rPr>
              <a:t>IGNITE</a:t>
            </a:r>
            <a:endParaRPr sz="9600">
              <a:latin typeface="Calibri"/>
              <a:cs typeface="Calibri"/>
            </a:endParaRPr>
          </a:p>
          <a:p>
            <a:pPr marL="12700">
              <a:lnSpc>
                <a:spcPts val="11260"/>
              </a:lnSpc>
            </a:pPr>
            <a:r>
              <a:rPr dirty="0" sz="9600" b="0">
                <a:latin typeface="Calibri"/>
                <a:cs typeface="Calibri"/>
              </a:rPr>
              <a:t>Pitch</a:t>
            </a:r>
            <a:r>
              <a:rPr dirty="0" sz="9600" spc="-245" b="0">
                <a:latin typeface="Calibri"/>
                <a:cs typeface="Calibri"/>
              </a:rPr>
              <a:t> </a:t>
            </a:r>
            <a:r>
              <a:rPr dirty="0" sz="9600" spc="-20" b="0">
                <a:latin typeface="Calibri"/>
                <a:cs typeface="Calibri"/>
              </a:rPr>
              <a:t>Deck</a:t>
            </a:r>
            <a:endParaRPr sz="9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EFF8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665070" y="592836"/>
            <a:ext cx="3841750" cy="8966200"/>
            <a:chOff x="14665070" y="592836"/>
            <a:chExt cx="3841750" cy="89662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3195" y="2395728"/>
              <a:ext cx="3364992" cy="357987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4903195" y="2395728"/>
              <a:ext cx="3365500" cy="3579495"/>
            </a:xfrm>
            <a:custGeom>
              <a:avLst/>
              <a:gdLst/>
              <a:ahLst/>
              <a:cxnLst/>
              <a:rect l="l" t="t" r="r" b="b"/>
              <a:pathLst>
                <a:path w="3365500" h="3579495">
                  <a:moveTo>
                    <a:pt x="3364992" y="940307"/>
                  </a:moveTo>
                  <a:lnTo>
                    <a:pt x="3342259" y="899414"/>
                  </a:lnTo>
                  <a:lnTo>
                    <a:pt x="3319271" y="860425"/>
                  </a:lnTo>
                  <a:lnTo>
                    <a:pt x="3295142" y="822071"/>
                  </a:lnTo>
                  <a:lnTo>
                    <a:pt x="3270250" y="784351"/>
                  </a:lnTo>
                  <a:lnTo>
                    <a:pt x="3244342" y="747268"/>
                  </a:lnTo>
                  <a:lnTo>
                    <a:pt x="3217544" y="710946"/>
                  </a:lnTo>
                  <a:lnTo>
                    <a:pt x="3189859" y="675386"/>
                  </a:lnTo>
                  <a:lnTo>
                    <a:pt x="3161411" y="640461"/>
                  </a:lnTo>
                  <a:lnTo>
                    <a:pt x="3131946" y="606298"/>
                  </a:lnTo>
                  <a:lnTo>
                    <a:pt x="3101721" y="572770"/>
                  </a:lnTo>
                  <a:lnTo>
                    <a:pt x="3070732" y="540130"/>
                  </a:lnTo>
                  <a:lnTo>
                    <a:pt x="3038855" y="508380"/>
                  </a:lnTo>
                  <a:lnTo>
                    <a:pt x="3006217" y="477266"/>
                  </a:lnTo>
                  <a:lnTo>
                    <a:pt x="2972815" y="447040"/>
                  </a:lnTo>
                  <a:lnTo>
                    <a:pt x="2938652" y="417702"/>
                  </a:lnTo>
                  <a:lnTo>
                    <a:pt x="2903727" y="389127"/>
                  </a:lnTo>
                  <a:lnTo>
                    <a:pt x="2868040" y="361442"/>
                  </a:lnTo>
                  <a:lnTo>
                    <a:pt x="2831719" y="334645"/>
                  </a:lnTo>
                  <a:lnTo>
                    <a:pt x="2794761" y="308864"/>
                  </a:lnTo>
                  <a:lnTo>
                    <a:pt x="2757042" y="283845"/>
                  </a:lnTo>
                  <a:lnTo>
                    <a:pt x="2718688" y="259842"/>
                  </a:lnTo>
                  <a:lnTo>
                    <a:pt x="2679573" y="236727"/>
                  </a:lnTo>
                  <a:lnTo>
                    <a:pt x="2639948" y="214629"/>
                  </a:lnTo>
                  <a:lnTo>
                    <a:pt x="2599690" y="193548"/>
                  </a:lnTo>
                  <a:lnTo>
                    <a:pt x="2558923" y="173354"/>
                  </a:lnTo>
                  <a:lnTo>
                    <a:pt x="2517521" y="154304"/>
                  </a:lnTo>
                  <a:lnTo>
                    <a:pt x="2475484" y="136271"/>
                  </a:lnTo>
                  <a:lnTo>
                    <a:pt x="2432938" y="119125"/>
                  </a:lnTo>
                  <a:lnTo>
                    <a:pt x="2389886" y="103250"/>
                  </a:lnTo>
                  <a:lnTo>
                    <a:pt x="2346325" y="88392"/>
                  </a:lnTo>
                  <a:lnTo>
                    <a:pt x="2302255" y="74549"/>
                  </a:lnTo>
                  <a:lnTo>
                    <a:pt x="2257805" y="61849"/>
                  </a:lnTo>
                  <a:lnTo>
                    <a:pt x="2212721" y="50292"/>
                  </a:lnTo>
                  <a:lnTo>
                    <a:pt x="2167255" y="40004"/>
                  </a:lnTo>
                  <a:lnTo>
                    <a:pt x="2121407" y="30733"/>
                  </a:lnTo>
                  <a:lnTo>
                    <a:pt x="2075052" y="22605"/>
                  </a:lnTo>
                  <a:lnTo>
                    <a:pt x="2028444" y="15748"/>
                  </a:lnTo>
                  <a:lnTo>
                    <a:pt x="1981327" y="10160"/>
                  </a:lnTo>
                  <a:lnTo>
                    <a:pt x="1933828" y="5715"/>
                  </a:lnTo>
                  <a:lnTo>
                    <a:pt x="1886077" y="2540"/>
                  </a:lnTo>
                  <a:lnTo>
                    <a:pt x="1837944" y="635"/>
                  </a:lnTo>
                  <a:lnTo>
                    <a:pt x="1789557" y="0"/>
                  </a:lnTo>
                  <a:lnTo>
                    <a:pt x="1741042" y="635"/>
                  </a:lnTo>
                  <a:lnTo>
                    <a:pt x="1692909" y="2540"/>
                  </a:lnTo>
                  <a:lnTo>
                    <a:pt x="1645157" y="5715"/>
                  </a:lnTo>
                  <a:lnTo>
                    <a:pt x="1597659" y="10160"/>
                  </a:lnTo>
                  <a:lnTo>
                    <a:pt x="1550542" y="15875"/>
                  </a:lnTo>
                  <a:lnTo>
                    <a:pt x="1503934" y="22732"/>
                  </a:lnTo>
                  <a:lnTo>
                    <a:pt x="1457578" y="30733"/>
                  </a:lnTo>
                  <a:lnTo>
                    <a:pt x="1411732" y="40004"/>
                  </a:lnTo>
                  <a:lnTo>
                    <a:pt x="1366265" y="50419"/>
                  </a:lnTo>
                  <a:lnTo>
                    <a:pt x="1321180" y="61849"/>
                  </a:lnTo>
                  <a:lnTo>
                    <a:pt x="1276730" y="74549"/>
                  </a:lnTo>
                  <a:lnTo>
                    <a:pt x="1232661" y="88392"/>
                  </a:lnTo>
                  <a:lnTo>
                    <a:pt x="1189100" y="103250"/>
                  </a:lnTo>
                  <a:lnTo>
                    <a:pt x="1146048" y="119252"/>
                  </a:lnTo>
                  <a:lnTo>
                    <a:pt x="1103502" y="136271"/>
                  </a:lnTo>
                  <a:lnTo>
                    <a:pt x="1061465" y="154304"/>
                  </a:lnTo>
                  <a:lnTo>
                    <a:pt x="1020063" y="173354"/>
                  </a:lnTo>
                  <a:lnTo>
                    <a:pt x="979296" y="193548"/>
                  </a:lnTo>
                  <a:lnTo>
                    <a:pt x="939038" y="214629"/>
                  </a:lnTo>
                  <a:lnTo>
                    <a:pt x="899413" y="236727"/>
                  </a:lnTo>
                  <a:lnTo>
                    <a:pt x="860425" y="259842"/>
                  </a:lnTo>
                  <a:lnTo>
                    <a:pt x="821944" y="283845"/>
                  </a:lnTo>
                  <a:lnTo>
                    <a:pt x="784351" y="308864"/>
                  </a:lnTo>
                  <a:lnTo>
                    <a:pt x="747267" y="334645"/>
                  </a:lnTo>
                  <a:lnTo>
                    <a:pt x="710946" y="361442"/>
                  </a:lnTo>
                  <a:lnTo>
                    <a:pt x="675259" y="389127"/>
                  </a:lnTo>
                  <a:lnTo>
                    <a:pt x="640334" y="417702"/>
                  </a:lnTo>
                  <a:lnTo>
                    <a:pt x="606171" y="447040"/>
                  </a:lnTo>
                  <a:lnTo>
                    <a:pt x="572769" y="477266"/>
                  </a:lnTo>
                  <a:lnTo>
                    <a:pt x="540130" y="508380"/>
                  </a:lnTo>
                  <a:lnTo>
                    <a:pt x="508253" y="540257"/>
                  </a:lnTo>
                  <a:lnTo>
                    <a:pt x="477265" y="572897"/>
                  </a:lnTo>
                  <a:lnTo>
                    <a:pt x="447040" y="606298"/>
                  </a:lnTo>
                  <a:lnTo>
                    <a:pt x="417702" y="640461"/>
                  </a:lnTo>
                  <a:lnTo>
                    <a:pt x="389127" y="675386"/>
                  </a:lnTo>
                  <a:lnTo>
                    <a:pt x="361442" y="710946"/>
                  </a:lnTo>
                  <a:lnTo>
                    <a:pt x="334644" y="747395"/>
                  </a:lnTo>
                  <a:lnTo>
                    <a:pt x="308736" y="784351"/>
                  </a:lnTo>
                  <a:lnTo>
                    <a:pt x="283844" y="822071"/>
                  </a:lnTo>
                  <a:lnTo>
                    <a:pt x="259842" y="860425"/>
                  </a:lnTo>
                  <a:lnTo>
                    <a:pt x="236727" y="899414"/>
                  </a:lnTo>
                  <a:lnTo>
                    <a:pt x="214630" y="939165"/>
                  </a:lnTo>
                  <a:lnTo>
                    <a:pt x="193548" y="979297"/>
                  </a:lnTo>
                  <a:lnTo>
                    <a:pt x="173355" y="1020191"/>
                  </a:lnTo>
                  <a:lnTo>
                    <a:pt x="154305" y="1061593"/>
                  </a:lnTo>
                  <a:lnTo>
                    <a:pt x="136271" y="1103629"/>
                  </a:lnTo>
                  <a:lnTo>
                    <a:pt x="119125" y="1146175"/>
                  </a:lnTo>
                  <a:lnTo>
                    <a:pt x="103250" y="1189227"/>
                  </a:lnTo>
                  <a:lnTo>
                    <a:pt x="88392" y="1232789"/>
                  </a:lnTo>
                  <a:lnTo>
                    <a:pt x="74548" y="1276857"/>
                  </a:lnTo>
                  <a:lnTo>
                    <a:pt x="61848" y="1321307"/>
                  </a:lnTo>
                  <a:lnTo>
                    <a:pt x="50292" y="1366393"/>
                  </a:lnTo>
                  <a:lnTo>
                    <a:pt x="40005" y="1411859"/>
                  </a:lnTo>
                  <a:lnTo>
                    <a:pt x="30734" y="1457706"/>
                  </a:lnTo>
                  <a:lnTo>
                    <a:pt x="22732" y="1504061"/>
                  </a:lnTo>
                  <a:lnTo>
                    <a:pt x="15748" y="1550670"/>
                  </a:lnTo>
                  <a:lnTo>
                    <a:pt x="10159" y="1597787"/>
                  </a:lnTo>
                  <a:lnTo>
                    <a:pt x="5715" y="1645285"/>
                  </a:lnTo>
                  <a:lnTo>
                    <a:pt x="2540" y="1693037"/>
                  </a:lnTo>
                  <a:lnTo>
                    <a:pt x="634" y="1741170"/>
                  </a:lnTo>
                  <a:lnTo>
                    <a:pt x="0" y="1789684"/>
                  </a:lnTo>
                  <a:lnTo>
                    <a:pt x="634" y="1838071"/>
                  </a:lnTo>
                  <a:lnTo>
                    <a:pt x="2540" y="1886204"/>
                  </a:lnTo>
                  <a:lnTo>
                    <a:pt x="5715" y="1934083"/>
                  </a:lnTo>
                  <a:lnTo>
                    <a:pt x="10159" y="1981454"/>
                  </a:lnTo>
                  <a:lnTo>
                    <a:pt x="15748" y="2028571"/>
                  </a:lnTo>
                  <a:lnTo>
                    <a:pt x="22605" y="2075307"/>
                  </a:lnTo>
                  <a:lnTo>
                    <a:pt x="30734" y="2121662"/>
                  </a:lnTo>
                  <a:lnTo>
                    <a:pt x="40005" y="2167509"/>
                  </a:lnTo>
                  <a:lnTo>
                    <a:pt x="50292" y="2212975"/>
                  </a:lnTo>
                  <a:lnTo>
                    <a:pt x="61848" y="2257933"/>
                  </a:lnTo>
                  <a:lnTo>
                    <a:pt x="74548" y="2302510"/>
                  </a:lnTo>
                  <a:lnTo>
                    <a:pt x="88392" y="2346579"/>
                  </a:lnTo>
                  <a:lnTo>
                    <a:pt x="103250" y="2390140"/>
                  </a:lnTo>
                  <a:lnTo>
                    <a:pt x="119125" y="2433193"/>
                  </a:lnTo>
                  <a:lnTo>
                    <a:pt x="136144" y="2475738"/>
                  </a:lnTo>
                  <a:lnTo>
                    <a:pt x="154305" y="2517775"/>
                  </a:lnTo>
                  <a:lnTo>
                    <a:pt x="173355" y="2559177"/>
                  </a:lnTo>
                  <a:lnTo>
                    <a:pt x="193548" y="2599944"/>
                  </a:lnTo>
                  <a:lnTo>
                    <a:pt x="214630" y="2640203"/>
                  </a:lnTo>
                  <a:lnTo>
                    <a:pt x="236727" y="2679827"/>
                  </a:lnTo>
                  <a:lnTo>
                    <a:pt x="259842" y="2718943"/>
                  </a:lnTo>
                  <a:lnTo>
                    <a:pt x="283844" y="2757297"/>
                  </a:lnTo>
                  <a:lnTo>
                    <a:pt x="308736" y="2795016"/>
                  </a:lnTo>
                  <a:lnTo>
                    <a:pt x="334644" y="2831973"/>
                  </a:lnTo>
                  <a:lnTo>
                    <a:pt x="361442" y="2868295"/>
                  </a:lnTo>
                  <a:lnTo>
                    <a:pt x="389127" y="2903982"/>
                  </a:lnTo>
                  <a:lnTo>
                    <a:pt x="417575" y="2938907"/>
                  </a:lnTo>
                  <a:lnTo>
                    <a:pt x="447040" y="2973070"/>
                  </a:lnTo>
                  <a:lnTo>
                    <a:pt x="477265" y="3006471"/>
                  </a:lnTo>
                  <a:lnTo>
                    <a:pt x="508253" y="3039110"/>
                  </a:lnTo>
                  <a:lnTo>
                    <a:pt x="540130" y="3070987"/>
                  </a:lnTo>
                  <a:lnTo>
                    <a:pt x="572769" y="3101975"/>
                  </a:lnTo>
                  <a:lnTo>
                    <a:pt x="606171" y="3132328"/>
                  </a:lnTo>
                  <a:lnTo>
                    <a:pt x="640334" y="3161665"/>
                  </a:lnTo>
                  <a:lnTo>
                    <a:pt x="675259" y="3190240"/>
                  </a:lnTo>
                  <a:lnTo>
                    <a:pt x="710946" y="3217926"/>
                  </a:lnTo>
                  <a:lnTo>
                    <a:pt x="747267" y="3244596"/>
                  </a:lnTo>
                  <a:lnTo>
                    <a:pt x="784225" y="3270504"/>
                  </a:lnTo>
                  <a:lnTo>
                    <a:pt x="821944" y="3295523"/>
                  </a:lnTo>
                  <a:lnTo>
                    <a:pt x="860298" y="3319526"/>
                  </a:lnTo>
                  <a:lnTo>
                    <a:pt x="899413" y="3342640"/>
                  </a:lnTo>
                  <a:lnTo>
                    <a:pt x="939038" y="3364738"/>
                  </a:lnTo>
                  <a:lnTo>
                    <a:pt x="979296" y="3385820"/>
                  </a:lnTo>
                  <a:lnTo>
                    <a:pt x="1020063" y="3406013"/>
                  </a:lnTo>
                  <a:lnTo>
                    <a:pt x="1061465" y="3425063"/>
                  </a:lnTo>
                  <a:lnTo>
                    <a:pt x="1103502" y="3443097"/>
                  </a:lnTo>
                  <a:lnTo>
                    <a:pt x="1146048" y="3460115"/>
                  </a:lnTo>
                  <a:lnTo>
                    <a:pt x="1189100" y="3476117"/>
                  </a:lnTo>
                  <a:lnTo>
                    <a:pt x="1232661" y="3490976"/>
                  </a:lnTo>
                  <a:lnTo>
                    <a:pt x="1276730" y="3504819"/>
                  </a:lnTo>
                  <a:lnTo>
                    <a:pt x="1321180" y="3517519"/>
                  </a:lnTo>
                  <a:lnTo>
                    <a:pt x="1366265" y="3528949"/>
                  </a:lnTo>
                  <a:lnTo>
                    <a:pt x="1411732" y="3539363"/>
                  </a:lnTo>
                  <a:lnTo>
                    <a:pt x="1457578" y="3548634"/>
                  </a:lnTo>
                  <a:lnTo>
                    <a:pt x="1503807" y="3556635"/>
                  </a:lnTo>
                  <a:lnTo>
                    <a:pt x="1550542" y="3563493"/>
                  </a:lnTo>
                  <a:lnTo>
                    <a:pt x="1597659" y="3569208"/>
                  </a:lnTo>
                  <a:lnTo>
                    <a:pt x="1645157" y="3573653"/>
                  </a:lnTo>
                  <a:lnTo>
                    <a:pt x="1692909" y="3576828"/>
                  </a:lnTo>
                  <a:lnTo>
                    <a:pt x="1741042" y="3578733"/>
                  </a:lnTo>
                  <a:lnTo>
                    <a:pt x="1789557" y="3579368"/>
                  </a:lnTo>
                  <a:lnTo>
                    <a:pt x="1837944" y="3578733"/>
                  </a:lnTo>
                  <a:lnTo>
                    <a:pt x="1886077" y="3576828"/>
                  </a:lnTo>
                  <a:lnTo>
                    <a:pt x="1933828" y="3573653"/>
                  </a:lnTo>
                  <a:lnTo>
                    <a:pt x="1981327" y="3569208"/>
                  </a:lnTo>
                  <a:lnTo>
                    <a:pt x="2028444" y="3563620"/>
                  </a:lnTo>
                  <a:lnTo>
                    <a:pt x="2075180" y="3556762"/>
                  </a:lnTo>
                  <a:lnTo>
                    <a:pt x="2121407" y="3548634"/>
                  </a:lnTo>
                  <a:lnTo>
                    <a:pt x="2167255" y="3539363"/>
                  </a:lnTo>
                  <a:lnTo>
                    <a:pt x="2212721" y="3529076"/>
                  </a:lnTo>
                  <a:lnTo>
                    <a:pt x="2257805" y="3517519"/>
                  </a:lnTo>
                  <a:lnTo>
                    <a:pt x="2302255" y="3504819"/>
                  </a:lnTo>
                  <a:lnTo>
                    <a:pt x="2346325" y="3490976"/>
                  </a:lnTo>
                  <a:lnTo>
                    <a:pt x="2389886" y="3476117"/>
                  </a:lnTo>
                  <a:lnTo>
                    <a:pt x="2432938" y="3460242"/>
                  </a:lnTo>
                  <a:lnTo>
                    <a:pt x="2475484" y="3443097"/>
                  </a:lnTo>
                  <a:lnTo>
                    <a:pt x="2517521" y="3425063"/>
                  </a:lnTo>
                  <a:lnTo>
                    <a:pt x="2558923" y="3406013"/>
                  </a:lnTo>
                  <a:lnTo>
                    <a:pt x="2599817" y="3385820"/>
                  </a:lnTo>
                  <a:lnTo>
                    <a:pt x="2639948" y="3364738"/>
                  </a:lnTo>
                  <a:lnTo>
                    <a:pt x="2679700" y="3342640"/>
                  </a:lnTo>
                  <a:lnTo>
                    <a:pt x="2718688" y="3319526"/>
                  </a:lnTo>
                  <a:lnTo>
                    <a:pt x="2757042" y="3295523"/>
                  </a:lnTo>
                  <a:lnTo>
                    <a:pt x="2794761" y="3270504"/>
                  </a:lnTo>
                  <a:lnTo>
                    <a:pt x="2831719" y="3244723"/>
                  </a:lnTo>
                  <a:lnTo>
                    <a:pt x="2868040" y="3217926"/>
                  </a:lnTo>
                  <a:lnTo>
                    <a:pt x="2903727" y="3190240"/>
                  </a:lnTo>
                  <a:lnTo>
                    <a:pt x="2938652" y="3161665"/>
                  </a:lnTo>
                  <a:lnTo>
                    <a:pt x="2972815" y="3132328"/>
                  </a:lnTo>
                  <a:lnTo>
                    <a:pt x="3006217" y="3102102"/>
                  </a:lnTo>
                  <a:lnTo>
                    <a:pt x="3038855" y="3070987"/>
                  </a:lnTo>
                  <a:lnTo>
                    <a:pt x="3070732" y="3039110"/>
                  </a:lnTo>
                  <a:lnTo>
                    <a:pt x="3101721" y="3006471"/>
                  </a:lnTo>
                  <a:lnTo>
                    <a:pt x="3131946" y="2973070"/>
                  </a:lnTo>
                  <a:lnTo>
                    <a:pt x="3161411" y="2938907"/>
                  </a:lnTo>
                  <a:lnTo>
                    <a:pt x="3189986" y="2903982"/>
                  </a:lnTo>
                  <a:lnTo>
                    <a:pt x="3217544" y="2868422"/>
                  </a:lnTo>
                  <a:lnTo>
                    <a:pt x="3244342" y="2831973"/>
                  </a:lnTo>
                  <a:lnTo>
                    <a:pt x="3270250" y="2795016"/>
                  </a:lnTo>
                  <a:lnTo>
                    <a:pt x="3295269" y="2757297"/>
                  </a:lnTo>
                  <a:lnTo>
                    <a:pt x="3319271" y="2718943"/>
                  </a:lnTo>
                  <a:lnTo>
                    <a:pt x="3342259" y="2679954"/>
                  </a:lnTo>
                  <a:lnTo>
                    <a:pt x="3364357" y="2640203"/>
                  </a:lnTo>
                  <a:lnTo>
                    <a:pt x="3364992" y="2639060"/>
                  </a:lnTo>
                </a:path>
              </a:pathLst>
            </a:custGeom>
            <a:ln w="476250">
              <a:solidFill>
                <a:srgbClr val="0952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63571" y="4945380"/>
              <a:ext cx="3404615" cy="461314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86659" y="592836"/>
              <a:ext cx="2409444" cy="208178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92371" y="592836"/>
              <a:ext cx="1095755" cy="2180844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7576" y="2161032"/>
            <a:ext cx="1219200" cy="116281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4631" y="4558284"/>
            <a:ext cx="1153668" cy="126644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1668" y="7464552"/>
            <a:ext cx="1447800" cy="14478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24941" y="193370"/>
            <a:ext cx="4071620" cy="6134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42439" algn="l"/>
                <a:tab pos="2935605" algn="l"/>
              </a:tabLst>
            </a:pPr>
            <a:r>
              <a:rPr dirty="0" sz="3850" spc="-45">
                <a:solidFill>
                  <a:srgbClr val="095204"/>
                </a:solidFill>
              </a:rPr>
              <a:t>W</a:t>
            </a:r>
            <a:r>
              <a:rPr dirty="0" sz="3850" spc="-270">
                <a:solidFill>
                  <a:srgbClr val="095204"/>
                </a:solidFill>
              </a:rPr>
              <a:t> </a:t>
            </a:r>
            <a:r>
              <a:rPr dirty="0" sz="3850">
                <a:solidFill>
                  <a:srgbClr val="095204"/>
                </a:solidFill>
              </a:rPr>
              <a:t>H</a:t>
            </a:r>
            <a:r>
              <a:rPr dirty="0" sz="3850" spc="-640">
                <a:solidFill>
                  <a:srgbClr val="095204"/>
                </a:solidFill>
              </a:rPr>
              <a:t> </a:t>
            </a:r>
            <a:r>
              <a:rPr dirty="0" sz="3850" spc="-50">
                <a:solidFill>
                  <a:srgbClr val="095204"/>
                </a:solidFill>
              </a:rPr>
              <a:t>O</a:t>
            </a:r>
            <a:r>
              <a:rPr dirty="0" sz="3850">
                <a:solidFill>
                  <a:srgbClr val="095204"/>
                </a:solidFill>
              </a:rPr>
              <a:t>	</a:t>
            </a:r>
            <a:r>
              <a:rPr dirty="0" sz="3850" spc="-45">
                <a:solidFill>
                  <a:srgbClr val="095204"/>
                </a:solidFill>
              </a:rPr>
              <a:t>W</a:t>
            </a:r>
            <a:r>
              <a:rPr dirty="0" sz="3850" spc="-265">
                <a:solidFill>
                  <a:srgbClr val="095204"/>
                </a:solidFill>
              </a:rPr>
              <a:t> </a:t>
            </a:r>
            <a:r>
              <a:rPr dirty="0" sz="3850" spc="-50">
                <a:solidFill>
                  <a:srgbClr val="095204"/>
                </a:solidFill>
              </a:rPr>
              <a:t>E</a:t>
            </a:r>
            <a:r>
              <a:rPr dirty="0" sz="3850">
                <a:solidFill>
                  <a:srgbClr val="095204"/>
                </a:solidFill>
              </a:rPr>
              <a:t>	A</a:t>
            </a:r>
            <a:r>
              <a:rPr dirty="0" sz="3850" spc="-505">
                <a:solidFill>
                  <a:srgbClr val="095204"/>
                </a:solidFill>
              </a:rPr>
              <a:t> </a:t>
            </a:r>
            <a:r>
              <a:rPr dirty="0" sz="3850" spc="160">
                <a:solidFill>
                  <a:srgbClr val="095204"/>
                </a:solidFill>
              </a:rPr>
              <a:t>RE</a:t>
            </a:r>
            <a:endParaRPr sz="3850"/>
          </a:p>
        </p:txBody>
      </p:sp>
      <p:sp>
        <p:nvSpPr>
          <p:cNvPr id="13" name="object 13" descr=""/>
          <p:cNvSpPr txBox="1"/>
          <p:nvPr/>
        </p:nvSpPr>
        <p:spPr>
          <a:xfrm>
            <a:off x="51307" y="954150"/>
            <a:ext cx="15480030" cy="8853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9870" algn="l"/>
                <a:tab pos="2289175" algn="l"/>
                <a:tab pos="3750945" algn="l"/>
                <a:tab pos="6044565" algn="l"/>
                <a:tab pos="6340475" algn="l"/>
              </a:tabLst>
            </a:pP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8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290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2900" spc="-3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2900" spc="-43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V</a:t>
            </a:r>
            <a:r>
              <a:rPr dirty="0" sz="2900" spc="-3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8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spc="-3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2900" spc="-4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20" b="1">
                <a:solidFill>
                  <a:srgbClr val="095204"/>
                </a:solidFill>
                <a:latin typeface="Tahoma"/>
                <a:cs typeface="Tahoma"/>
              </a:rPr>
              <a:t>RE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: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A</a:t>
            </a:r>
            <a:r>
              <a:rPr dirty="0" sz="2900" spc="-3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2900" spc="-2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2900" spc="-5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90" b="1">
                <a:solidFill>
                  <a:srgbClr val="095204"/>
                </a:solidFill>
                <a:latin typeface="Tahoma"/>
                <a:cs typeface="Tahoma"/>
              </a:rPr>
              <a:t>IG</a:t>
            </a:r>
            <a:r>
              <a:rPr dirty="0" sz="2900" spc="-2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2900" spc="-4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10" b="1">
                <a:solidFill>
                  <a:srgbClr val="095204"/>
                </a:solidFill>
                <a:latin typeface="Tahoma"/>
                <a:cs typeface="Tahoma"/>
              </a:rPr>
              <a:t>RD</a:t>
            </a:r>
            <a:endParaRPr sz="2900">
              <a:latin typeface="Tahoma"/>
              <a:cs typeface="Tahoma"/>
            </a:endParaRPr>
          </a:p>
          <a:p>
            <a:pPr marL="1965960">
              <a:lnSpc>
                <a:spcPct val="100000"/>
              </a:lnSpc>
              <a:spcBef>
                <a:spcPts val="2090"/>
              </a:spcBef>
              <a:tabLst>
                <a:tab pos="3231515" algn="l"/>
              </a:tabLst>
            </a:pP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spc="-1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?</a:t>
            </a:r>
            <a:endParaRPr sz="2900">
              <a:latin typeface="Tahoma"/>
              <a:cs typeface="Tahoma"/>
            </a:endParaRPr>
          </a:p>
          <a:p>
            <a:pPr marL="1938655">
              <a:lnSpc>
                <a:spcPct val="100000"/>
              </a:lnSpc>
              <a:spcBef>
                <a:spcPts val="1295"/>
              </a:spcBef>
            </a:pPr>
            <a:r>
              <a:rPr dirty="0" sz="2900" spc="-135" b="1">
                <a:solidFill>
                  <a:srgbClr val="095204"/>
                </a:solidFill>
                <a:latin typeface="Tahoma"/>
                <a:cs typeface="Tahoma"/>
              </a:rPr>
              <a:t>Explain</a:t>
            </a:r>
            <a:r>
              <a:rPr dirty="0" sz="2900" spc="-4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145" b="1">
                <a:solidFill>
                  <a:srgbClr val="095204"/>
                </a:solidFill>
                <a:latin typeface="Tahoma"/>
                <a:cs typeface="Tahoma"/>
              </a:rPr>
              <a:t>why</a:t>
            </a:r>
            <a:r>
              <a:rPr dirty="0" sz="2900" spc="-4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10" b="1">
                <a:solidFill>
                  <a:srgbClr val="095204"/>
                </a:solidFill>
                <a:latin typeface="Tahoma"/>
                <a:cs typeface="Tahoma"/>
              </a:rPr>
              <a:t>do</a:t>
            </a:r>
            <a:r>
              <a:rPr dirty="0" sz="29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70" b="1">
                <a:solidFill>
                  <a:srgbClr val="095204"/>
                </a:solidFill>
                <a:latin typeface="Tahoma"/>
                <a:cs typeface="Tahoma"/>
              </a:rPr>
              <a:t>you</a:t>
            </a:r>
            <a:r>
              <a:rPr dirty="0" sz="2900" spc="-3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150" b="1">
                <a:solidFill>
                  <a:srgbClr val="095204"/>
                </a:solidFill>
                <a:latin typeface="Tahoma"/>
                <a:cs typeface="Tahoma"/>
              </a:rPr>
              <a:t>want</a:t>
            </a:r>
            <a:r>
              <a:rPr dirty="0" sz="2900" spc="-4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to</a:t>
            </a:r>
            <a:r>
              <a:rPr dirty="0" sz="290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100" b="1">
                <a:solidFill>
                  <a:srgbClr val="095204"/>
                </a:solidFill>
                <a:latin typeface="Tahoma"/>
                <a:cs typeface="Tahoma"/>
              </a:rPr>
              <a:t>pursue</a:t>
            </a:r>
            <a:r>
              <a:rPr dirty="0" sz="2900" spc="-3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110" b="1">
                <a:solidFill>
                  <a:srgbClr val="095204"/>
                </a:solidFill>
                <a:latin typeface="Tahoma"/>
                <a:cs typeface="Tahoma"/>
              </a:rPr>
              <a:t>this</a:t>
            </a:r>
            <a:r>
              <a:rPr dirty="0" sz="2900" spc="-3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65" b="1">
                <a:solidFill>
                  <a:srgbClr val="095204"/>
                </a:solidFill>
                <a:latin typeface="Tahoma"/>
                <a:cs typeface="Tahoma"/>
              </a:rPr>
              <a:t>Business</a:t>
            </a:r>
            <a:r>
              <a:rPr dirty="0" sz="2900" spc="-3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0" b="1">
                <a:solidFill>
                  <a:srgbClr val="095204"/>
                </a:solidFill>
                <a:latin typeface="Tahoma"/>
                <a:cs typeface="Tahoma"/>
              </a:rPr>
              <a:t>Idea</a:t>
            </a:r>
            <a:endParaRPr sz="2900">
              <a:latin typeface="Tahoma"/>
              <a:cs typeface="Tahoma"/>
            </a:endParaRPr>
          </a:p>
          <a:p>
            <a:pPr algn="ctr" marL="433705">
              <a:lnSpc>
                <a:spcPct val="100000"/>
              </a:lnSpc>
              <a:spcBef>
                <a:spcPts val="1020"/>
              </a:spcBef>
              <a:tabLst>
                <a:tab pos="811530" algn="l"/>
                <a:tab pos="2584450" algn="l"/>
                <a:tab pos="3228975" algn="l"/>
                <a:tab pos="4648200" algn="l"/>
                <a:tab pos="6409690" algn="l"/>
                <a:tab pos="6891655" algn="l"/>
                <a:tab pos="8355965" algn="l"/>
                <a:tab pos="11169650" algn="l"/>
              </a:tabLst>
            </a:pPr>
            <a:r>
              <a:rPr dirty="0" sz="1550" spc="-25" b="1">
                <a:solidFill>
                  <a:srgbClr val="095204"/>
                </a:solidFill>
                <a:latin typeface="Tahoma"/>
                <a:cs typeface="Tahoma"/>
              </a:rPr>
              <a:t>IT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A</a:t>
            </a:r>
            <a:r>
              <a:rPr dirty="0" sz="1550" spc="-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spc="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spc="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T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1550" spc="-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1550" spc="1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IT</a:t>
            </a:r>
            <a:r>
              <a:rPr dirty="0" sz="1550" spc="-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IC</a:t>
            </a:r>
            <a:r>
              <a:rPr dirty="0" sz="1550" spc="1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1550" spc="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1550" spc="-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550" spc="-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550" spc="-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1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1550" spc="-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550" spc="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O</a:t>
            </a:r>
            <a:r>
              <a:rPr dirty="0" sz="1550" spc="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W</a:t>
            </a:r>
            <a:r>
              <a:rPr dirty="0" sz="1550" spc="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55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155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U</a:t>
            </a:r>
            <a:r>
              <a:rPr dirty="0" sz="155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155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55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spc="-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IC</a:t>
            </a:r>
            <a:r>
              <a:rPr dirty="0" sz="1550" spc="1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550" spc="-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155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IL</a:t>
            </a:r>
            <a:r>
              <a:rPr dirty="0" sz="155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IT</a:t>
            </a:r>
            <a:r>
              <a:rPr dirty="0" sz="1550" spc="-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550" spc="-25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endParaRPr sz="1550">
              <a:latin typeface="Tahoma"/>
              <a:cs typeface="Tahoma"/>
            </a:endParaRPr>
          </a:p>
          <a:p>
            <a:pPr algn="ctr" marL="441325">
              <a:lnSpc>
                <a:spcPct val="100000"/>
              </a:lnSpc>
              <a:spcBef>
                <a:spcPts val="359"/>
              </a:spcBef>
              <a:tabLst>
                <a:tab pos="2515870" algn="l"/>
                <a:tab pos="2712720" algn="l"/>
                <a:tab pos="3782695" algn="l"/>
                <a:tab pos="4466590" algn="l"/>
                <a:tab pos="6193790" algn="l"/>
                <a:tab pos="6887209" algn="l"/>
                <a:tab pos="8065770" algn="l"/>
                <a:tab pos="8967470" algn="l"/>
                <a:tab pos="11473815" algn="l"/>
              </a:tabLst>
            </a:pP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550" spc="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1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IC</a:t>
            </a:r>
            <a:r>
              <a:rPr dirty="0" sz="1550" spc="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155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155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1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.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1550" spc="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1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550" spc="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A</a:t>
            </a:r>
            <a:r>
              <a:rPr dirty="0" sz="1550" spc="-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1550" spc="-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V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550" spc="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55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1550" spc="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S</a:t>
            </a:r>
            <a:r>
              <a:rPr dirty="0" sz="1550" spc="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550" spc="-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550" spc="-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F</a:t>
            </a:r>
            <a:r>
              <a:rPr dirty="0" sz="1550" spc="-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550" spc="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W</a:t>
            </a:r>
            <a:r>
              <a:rPr dirty="0" sz="1550" spc="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550" spc="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550" spc="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550" spc="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155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550" spc="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,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W</a:t>
            </a:r>
            <a:r>
              <a:rPr dirty="0" sz="1550" spc="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IC</a:t>
            </a:r>
            <a:r>
              <a:rPr dirty="0" sz="1550" spc="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endParaRPr sz="1550">
              <a:latin typeface="Tahoma"/>
              <a:cs typeface="Tahoma"/>
            </a:endParaRPr>
          </a:p>
          <a:p>
            <a:pPr algn="ctr" marL="429259">
              <a:lnSpc>
                <a:spcPct val="100000"/>
              </a:lnSpc>
              <a:spcBef>
                <a:spcPts val="695"/>
              </a:spcBef>
              <a:tabLst>
                <a:tab pos="1908810" algn="l"/>
                <a:tab pos="2981960" algn="l"/>
                <a:tab pos="3666490" algn="l"/>
                <a:tab pos="5076190" algn="l"/>
                <a:tab pos="6275705" algn="l"/>
                <a:tab pos="7490459" algn="l"/>
                <a:tab pos="9057005" algn="l"/>
                <a:tab pos="9747885" algn="l"/>
                <a:tab pos="10596245" algn="l"/>
                <a:tab pos="11410950" algn="l"/>
              </a:tabLst>
            </a:pP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spc="-1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1550" spc="-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550" spc="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1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550" spc="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550" spc="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55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A</a:t>
            </a:r>
            <a:r>
              <a:rPr dirty="0" sz="1550" spc="-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1550" spc="-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C</a:t>
            </a:r>
            <a:r>
              <a:rPr dirty="0" sz="1550" spc="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Y</a:t>
            </a:r>
            <a:r>
              <a:rPr dirty="0" sz="1550" spc="-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IE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550" spc="-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spc="-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spc="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.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E</a:t>
            </a:r>
            <a:r>
              <a:rPr dirty="0" sz="1550" spc="-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X</a:t>
            </a:r>
            <a:r>
              <a:rPr dirty="0" sz="1550" spc="-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C</a:t>
            </a:r>
            <a:r>
              <a:rPr dirty="0" sz="1550" spc="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spc="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M</a:t>
            </a:r>
            <a:r>
              <a:rPr dirty="0" sz="1550" spc="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550" spc="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IS</a:t>
            </a:r>
            <a:r>
              <a:rPr dirty="0" sz="1550" spc="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1550" spc="-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550" spc="-1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1550" spc="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A</a:t>
            </a:r>
            <a:r>
              <a:rPr dirty="0" sz="1550" spc="-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550" spc="-1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spc="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L</a:t>
            </a:r>
            <a:r>
              <a:rPr dirty="0" sz="1550" spc="-1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1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T</a:t>
            </a:r>
            <a:r>
              <a:rPr dirty="0" sz="1550" spc="-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endParaRPr sz="1550">
              <a:latin typeface="Tahoma"/>
              <a:cs typeface="Tahoma"/>
            </a:endParaRPr>
          </a:p>
          <a:p>
            <a:pPr algn="ctr" marL="401320">
              <a:lnSpc>
                <a:spcPts val="1540"/>
              </a:lnSpc>
              <a:spcBef>
                <a:spcPts val="1055"/>
              </a:spcBef>
              <a:tabLst>
                <a:tab pos="1624965" algn="l"/>
              </a:tabLst>
            </a:pP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550" spc="-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1550" spc="-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550" spc="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 L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	D</a:t>
            </a:r>
            <a:r>
              <a:rPr dirty="0" sz="15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IS</a:t>
            </a:r>
            <a:r>
              <a:rPr dirty="0" sz="1550" spc="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550" spc="-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550" spc="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5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5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endParaRPr sz="1550">
              <a:latin typeface="Tahoma"/>
              <a:cs typeface="Tahoma"/>
            </a:endParaRPr>
          </a:p>
          <a:p>
            <a:pPr marL="1965325">
              <a:lnSpc>
                <a:spcPts val="3160"/>
              </a:lnSpc>
              <a:tabLst>
                <a:tab pos="3522979" algn="l"/>
              </a:tabLst>
            </a:pP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?</a:t>
            </a:r>
            <a:endParaRPr sz="2900">
              <a:latin typeface="Tahoma"/>
              <a:cs typeface="Tahoma"/>
            </a:endParaRPr>
          </a:p>
          <a:p>
            <a:pPr marL="1938020">
              <a:lnSpc>
                <a:spcPct val="100000"/>
              </a:lnSpc>
              <a:spcBef>
                <a:spcPts val="505"/>
              </a:spcBef>
            </a:pP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Provide</a:t>
            </a:r>
            <a:r>
              <a:rPr dirty="0" sz="2900" spc="-1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1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60" b="1">
                <a:solidFill>
                  <a:srgbClr val="095204"/>
                </a:solidFill>
                <a:latin typeface="Tahoma"/>
                <a:cs typeface="Tahoma"/>
              </a:rPr>
              <a:t>brief</a:t>
            </a:r>
            <a:r>
              <a:rPr dirty="0" sz="2900" spc="-1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on</a:t>
            </a:r>
            <a:r>
              <a:rPr dirty="0" sz="2900" spc="-1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95" b="1">
                <a:solidFill>
                  <a:srgbClr val="095204"/>
                </a:solidFill>
                <a:latin typeface="Tahoma"/>
                <a:cs typeface="Tahoma"/>
              </a:rPr>
              <a:t>what</a:t>
            </a:r>
            <a:r>
              <a:rPr dirty="0" sz="2900" spc="-2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60" b="1">
                <a:solidFill>
                  <a:srgbClr val="095204"/>
                </a:solidFill>
                <a:latin typeface="Tahoma"/>
                <a:cs typeface="Tahoma"/>
              </a:rPr>
              <a:t>does</a:t>
            </a:r>
            <a:r>
              <a:rPr dirty="0" sz="2900" spc="-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65" b="1">
                <a:solidFill>
                  <a:srgbClr val="095204"/>
                </a:solidFill>
                <a:latin typeface="Tahoma"/>
                <a:cs typeface="Tahoma"/>
              </a:rPr>
              <a:t>your</a:t>
            </a:r>
            <a:r>
              <a:rPr dirty="0" sz="2900" spc="-1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60" b="1">
                <a:solidFill>
                  <a:srgbClr val="095204"/>
                </a:solidFill>
                <a:latin typeface="Tahoma"/>
                <a:cs typeface="Tahoma"/>
              </a:rPr>
              <a:t>venture</a:t>
            </a:r>
            <a:r>
              <a:rPr dirty="0" sz="29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do</a:t>
            </a:r>
            <a:endParaRPr sz="2900">
              <a:latin typeface="Tahoma"/>
              <a:cs typeface="Tahoma"/>
            </a:endParaRPr>
          </a:p>
          <a:p>
            <a:pPr marL="1990089">
              <a:lnSpc>
                <a:spcPct val="100000"/>
              </a:lnSpc>
              <a:spcBef>
                <a:spcPts val="1600"/>
              </a:spcBef>
              <a:tabLst>
                <a:tab pos="3625215" algn="l"/>
                <a:tab pos="4577715" algn="l"/>
                <a:tab pos="5321935" algn="l"/>
                <a:tab pos="7186930" algn="l"/>
                <a:tab pos="8792210" algn="l"/>
                <a:tab pos="10647045" algn="l"/>
                <a:tab pos="11664950" algn="l"/>
                <a:tab pos="12407265" algn="l"/>
              </a:tabLst>
            </a:pP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Re</a:t>
            </a:r>
            <a:r>
              <a:rPr dirty="0" sz="2150" spc="-2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80" b="1">
                <a:solidFill>
                  <a:srgbClr val="095204"/>
                </a:solidFill>
                <a:latin typeface="Tahoma"/>
                <a:cs typeface="Tahoma"/>
              </a:rPr>
              <a:t>uce</a:t>
            </a:r>
            <a:r>
              <a:rPr dirty="0" sz="2150" spc="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2150" spc="-11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05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215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90" b="1">
                <a:solidFill>
                  <a:srgbClr val="095204"/>
                </a:solidFill>
                <a:latin typeface="Tahoma"/>
                <a:cs typeface="Tahoma"/>
              </a:rPr>
              <a:t>nd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ve</a:t>
            </a:r>
            <a:r>
              <a:rPr dirty="0" sz="2150" spc="-20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2150" spc="-2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spc="-20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ta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215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1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Da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95" b="1">
                <a:solidFill>
                  <a:srgbClr val="095204"/>
                </a:solidFill>
                <a:latin typeface="Tahoma"/>
                <a:cs typeface="Tahoma"/>
              </a:rPr>
              <a:t>ma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2150" spc="-2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spc="-2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,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70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2150" spc="-4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90" b="1">
                <a:solidFill>
                  <a:srgbClr val="095204"/>
                </a:solidFill>
                <a:latin typeface="Tahoma"/>
                <a:cs typeface="Tahoma"/>
              </a:rPr>
              <a:t>cr</a:t>
            </a:r>
            <a:r>
              <a:rPr dirty="0" sz="215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spc="-2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150" spc="-1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Y</a:t>
            </a:r>
            <a:r>
              <a:rPr dirty="0" sz="2150" spc="-2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95" b="1">
                <a:solidFill>
                  <a:srgbClr val="095204"/>
                </a:solidFill>
                <a:latin typeface="Tahoma"/>
                <a:cs typeface="Tahoma"/>
              </a:rPr>
              <a:t>ie</a:t>
            </a:r>
            <a:r>
              <a:rPr dirty="0" sz="215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1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90" b="1">
                <a:solidFill>
                  <a:srgbClr val="095204"/>
                </a:solidFill>
                <a:latin typeface="Tahoma"/>
                <a:cs typeface="Tahoma"/>
              </a:rPr>
              <a:t>nd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Q</a:t>
            </a:r>
            <a:r>
              <a:rPr dirty="0" sz="215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20" b="1">
                <a:solidFill>
                  <a:srgbClr val="095204"/>
                </a:solidFill>
                <a:latin typeface="Tahoma"/>
                <a:cs typeface="Tahoma"/>
              </a:rPr>
              <a:t>ua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1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40" b="1">
                <a:solidFill>
                  <a:srgbClr val="095204"/>
                </a:solidFill>
                <a:latin typeface="Tahoma"/>
                <a:cs typeface="Tahoma"/>
              </a:rPr>
              <a:t>ity</a:t>
            </a:r>
            <a:r>
              <a:rPr dirty="0" sz="2150" spc="-3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,</a:t>
            </a:r>
            <a:endParaRPr sz="2150">
              <a:latin typeface="Tahoma"/>
              <a:cs typeface="Tahoma"/>
            </a:endParaRPr>
          </a:p>
          <a:p>
            <a:pPr marL="1990089">
              <a:lnSpc>
                <a:spcPct val="100000"/>
              </a:lnSpc>
              <a:spcBef>
                <a:spcPts val="110"/>
              </a:spcBef>
              <a:tabLst>
                <a:tab pos="3559810" algn="l"/>
                <a:tab pos="4512310" algn="l"/>
                <a:tab pos="5255895" algn="l"/>
                <a:tab pos="7320915" algn="l"/>
                <a:tab pos="9567545" algn="l"/>
                <a:tab pos="9798050" algn="l"/>
                <a:tab pos="11433175" algn="l"/>
                <a:tab pos="12774295" algn="l"/>
              </a:tabLst>
            </a:pP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150" spc="-2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150" spc="-2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150" spc="-1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20" b="1">
                <a:solidFill>
                  <a:srgbClr val="095204"/>
                </a:solidFill>
                <a:latin typeface="Tahoma"/>
                <a:cs typeface="Tahoma"/>
              </a:rPr>
              <a:t>te</a:t>
            </a:r>
            <a:r>
              <a:rPr dirty="0" sz="2150" spc="-20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2150" spc="-11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05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215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90" b="1">
                <a:solidFill>
                  <a:srgbClr val="095204"/>
                </a:solidFill>
                <a:latin typeface="Tahoma"/>
                <a:cs typeface="Tahoma"/>
              </a:rPr>
              <a:t>nd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ve</a:t>
            </a:r>
            <a:r>
              <a:rPr dirty="0" sz="2150" spc="-2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2150" spc="-2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ta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215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1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spc="-2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05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2150" spc="-229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2150" spc="-3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ct</a:t>
            </a:r>
            <a:r>
              <a:rPr dirty="0" sz="215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65" b="1">
                <a:solidFill>
                  <a:srgbClr val="095204"/>
                </a:solidFill>
                <a:latin typeface="Tahoma"/>
                <a:cs typeface="Tahoma"/>
              </a:rPr>
              <a:t>ivity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,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Re</a:t>
            </a:r>
            <a:r>
              <a:rPr dirty="0" sz="2150" spc="-2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80" b="1">
                <a:solidFill>
                  <a:srgbClr val="095204"/>
                </a:solidFill>
                <a:latin typeface="Tahoma"/>
                <a:cs typeface="Tahoma"/>
              </a:rPr>
              <a:t>uce</a:t>
            </a:r>
            <a:r>
              <a:rPr dirty="0" sz="2150" spc="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125" b="1">
                <a:solidFill>
                  <a:srgbClr val="095204"/>
                </a:solidFill>
                <a:latin typeface="Tahoma"/>
                <a:cs typeface="Tahoma"/>
              </a:rPr>
              <a:t>Lo</a:t>
            </a:r>
            <a:r>
              <a:rPr dirty="0" sz="2150" spc="-2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150" spc="-1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150" spc="-1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spc="-2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140" b="1">
                <a:solidFill>
                  <a:srgbClr val="095204"/>
                </a:solidFill>
                <a:latin typeface="Tahoma"/>
                <a:cs typeface="Tahoma"/>
              </a:rPr>
              <a:t>Due</a:t>
            </a:r>
            <a:endParaRPr sz="2150">
              <a:latin typeface="Tahoma"/>
              <a:cs typeface="Tahoma"/>
            </a:endParaRPr>
          </a:p>
          <a:p>
            <a:pPr marL="2104390">
              <a:lnSpc>
                <a:spcPct val="100000"/>
              </a:lnSpc>
              <a:spcBef>
                <a:spcPts val="420"/>
              </a:spcBef>
              <a:tabLst>
                <a:tab pos="2585720" algn="l"/>
                <a:tab pos="5184775" algn="l"/>
                <a:tab pos="6900545" algn="l"/>
                <a:tab pos="8682355" algn="l"/>
                <a:tab pos="10866120" algn="l"/>
                <a:tab pos="12365990" algn="l"/>
              </a:tabLst>
            </a:pPr>
            <a:r>
              <a:rPr dirty="0" sz="2150" spc="95" b="1">
                <a:solidFill>
                  <a:srgbClr val="095204"/>
                </a:solidFill>
                <a:latin typeface="Tahoma"/>
                <a:cs typeface="Tahoma"/>
              </a:rPr>
              <a:t>to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25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215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20" b="1">
                <a:solidFill>
                  <a:srgbClr val="095204"/>
                </a:solidFill>
                <a:latin typeface="Tahoma"/>
                <a:cs typeface="Tahoma"/>
              </a:rPr>
              <a:t>np</a:t>
            </a:r>
            <a:r>
              <a:rPr dirty="0" sz="215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05" b="1">
                <a:solidFill>
                  <a:srgbClr val="095204"/>
                </a:solidFill>
                <a:latin typeface="Tahoma"/>
                <a:cs typeface="Tahoma"/>
              </a:rPr>
              <a:t>re</a:t>
            </a:r>
            <a:r>
              <a:rPr dirty="0" sz="215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15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50" b="1">
                <a:solidFill>
                  <a:srgbClr val="095204"/>
                </a:solidFill>
                <a:latin typeface="Tahoma"/>
                <a:cs typeface="Tahoma"/>
              </a:rPr>
              <a:t>ict</a:t>
            </a:r>
            <a:r>
              <a:rPr dirty="0" sz="2150" spc="-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215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1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W</a:t>
            </a:r>
            <a:r>
              <a:rPr dirty="0" sz="2150" spc="-1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spc="-2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55" b="1">
                <a:solidFill>
                  <a:srgbClr val="095204"/>
                </a:solidFill>
                <a:latin typeface="Tahoma"/>
                <a:cs typeface="Tahoma"/>
              </a:rPr>
              <a:t>the</a:t>
            </a:r>
            <a:r>
              <a:rPr dirty="0" sz="2150" spc="-20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65" b="1">
                <a:solidFill>
                  <a:srgbClr val="095204"/>
                </a:solidFill>
                <a:latin typeface="Tahoma"/>
                <a:cs typeface="Tahoma"/>
              </a:rPr>
              <a:t>r,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05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2150" spc="-2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95" b="1">
                <a:solidFill>
                  <a:srgbClr val="095204"/>
                </a:solidFill>
                <a:latin typeface="Tahoma"/>
                <a:cs typeface="Tahoma"/>
              </a:rPr>
              <a:t>mo</a:t>
            </a:r>
            <a:r>
              <a:rPr dirty="0" sz="2150" spc="-2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20" b="1">
                <a:solidFill>
                  <a:srgbClr val="095204"/>
                </a:solidFill>
                <a:latin typeface="Tahoma"/>
                <a:cs typeface="Tahoma"/>
              </a:rPr>
              <a:t>te</a:t>
            </a:r>
            <a:r>
              <a:rPr dirty="0" sz="215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150" spc="-1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20" b="1">
                <a:solidFill>
                  <a:srgbClr val="095204"/>
                </a:solidFill>
                <a:latin typeface="Tahoma"/>
                <a:cs typeface="Tahoma"/>
              </a:rPr>
              <a:t>us</a:t>
            </a:r>
            <a:r>
              <a:rPr dirty="0" sz="2150" spc="-1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14" b="1">
                <a:solidFill>
                  <a:srgbClr val="095204"/>
                </a:solidFill>
                <a:latin typeface="Tahoma"/>
                <a:cs typeface="Tahoma"/>
              </a:rPr>
              <a:t>ta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40" b="1">
                <a:solidFill>
                  <a:srgbClr val="095204"/>
                </a:solidFill>
                <a:latin typeface="Tahoma"/>
                <a:cs typeface="Tahoma"/>
              </a:rPr>
              <a:t>ina</a:t>
            </a:r>
            <a:r>
              <a:rPr dirty="0" sz="215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215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1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2150" spc="-25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15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150" spc="155" b="1">
                <a:solidFill>
                  <a:srgbClr val="095204"/>
                </a:solidFill>
                <a:latin typeface="Tahoma"/>
                <a:cs typeface="Tahoma"/>
              </a:rPr>
              <a:t>rming</a:t>
            </a:r>
            <a:r>
              <a:rPr dirty="0" sz="215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150" spc="-50" b="1">
                <a:solidFill>
                  <a:srgbClr val="095204"/>
                </a:solidFill>
                <a:latin typeface="Tahoma"/>
                <a:cs typeface="Tahoma"/>
              </a:rPr>
              <a:t>.</a:t>
            </a:r>
            <a:endParaRPr sz="2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150">
              <a:latin typeface="Tahoma"/>
              <a:cs typeface="Tahoma"/>
            </a:endParaRPr>
          </a:p>
          <a:p>
            <a:pPr marL="1920875">
              <a:lnSpc>
                <a:spcPct val="100000"/>
              </a:lnSpc>
              <a:tabLst>
                <a:tab pos="3232150" algn="l"/>
              </a:tabLst>
            </a:pP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?</a:t>
            </a:r>
            <a:endParaRPr sz="2900">
              <a:latin typeface="Tahoma"/>
              <a:cs typeface="Tahoma"/>
            </a:endParaRPr>
          </a:p>
          <a:p>
            <a:pPr marL="1989455">
              <a:lnSpc>
                <a:spcPct val="100000"/>
              </a:lnSpc>
              <a:spcBef>
                <a:spcPts val="1215"/>
              </a:spcBef>
            </a:pPr>
            <a:r>
              <a:rPr dirty="0" sz="2950" spc="-10" b="1">
                <a:solidFill>
                  <a:srgbClr val="095204"/>
                </a:solidFill>
                <a:latin typeface="Tahoma"/>
                <a:cs typeface="Tahoma"/>
              </a:rPr>
              <a:t>Explain</a:t>
            </a:r>
            <a:r>
              <a:rPr dirty="0" sz="2950" spc="-1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b="1">
                <a:solidFill>
                  <a:srgbClr val="095204"/>
                </a:solidFill>
                <a:latin typeface="Tahoma"/>
                <a:cs typeface="Tahoma"/>
              </a:rPr>
              <a:t>how</a:t>
            </a:r>
            <a:r>
              <a:rPr dirty="0" sz="2950" spc="-1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b="1">
                <a:solidFill>
                  <a:srgbClr val="095204"/>
                </a:solidFill>
                <a:latin typeface="Tahoma"/>
                <a:cs typeface="Tahoma"/>
              </a:rPr>
              <a:t>your</a:t>
            </a:r>
            <a:r>
              <a:rPr dirty="0" sz="2950" spc="-1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spc="-10" b="1">
                <a:solidFill>
                  <a:srgbClr val="095204"/>
                </a:solidFill>
                <a:latin typeface="Tahoma"/>
                <a:cs typeface="Tahoma"/>
              </a:rPr>
              <a:t>venture</a:t>
            </a:r>
            <a:r>
              <a:rPr dirty="0" sz="2950" spc="-1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spc="65" b="1">
                <a:solidFill>
                  <a:srgbClr val="095204"/>
                </a:solidFill>
                <a:latin typeface="Tahoma"/>
                <a:cs typeface="Tahoma"/>
              </a:rPr>
              <a:t>solves</a:t>
            </a:r>
            <a:r>
              <a:rPr dirty="0" sz="295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b="1">
                <a:solidFill>
                  <a:srgbClr val="095204"/>
                </a:solidFill>
                <a:latin typeface="Tahoma"/>
                <a:cs typeface="Tahoma"/>
              </a:rPr>
              <a:t>the</a:t>
            </a:r>
            <a:r>
              <a:rPr dirty="0" sz="2950" spc="-1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b="1">
                <a:solidFill>
                  <a:srgbClr val="095204"/>
                </a:solidFill>
                <a:latin typeface="Tahoma"/>
                <a:cs typeface="Tahoma"/>
              </a:rPr>
              <a:t>problem</a:t>
            </a:r>
            <a:r>
              <a:rPr dirty="0" sz="2950" spc="-1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b="1">
                <a:solidFill>
                  <a:srgbClr val="095204"/>
                </a:solidFill>
                <a:latin typeface="Tahoma"/>
                <a:cs typeface="Tahoma"/>
              </a:rPr>
              <a:t>and</a:t>
            </a:r>
            <a:r>
              <a:rPr dirty="0" sz="2950" spc="-1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b="1">
                <a:solidFill>
                  <a:srgbClr val="095204"/>
                </a:solidFill>
                <a:latin typeface="Tahoma"/>
                <a:cs typeface="Tahoma"/>
              </a:rPr>
              <a:t>make</a:t>
            </a:r>
            <a:r>
              <a:rPr dirty="0" sz="2950" spc="-1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b="1">
                <a:solidFill>
                  <a:srgbClr val="095204"/>
                </a:solidFill>
                <a:latin typeface="Tahoma"/>
                <a:cs typeface="Tahoma"/>
              </a:rPr>
              <a:t>its</a:t>
            </a:r>
            <a:r>
              <a:rPr dirty="0" sz="2950" spc="-1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50" spc="-10" b="1">
                <a:solidFill>
                  <a:srgbClr val="095204"/>
                </a:solidFill>
                <a:latin typeface="Tahoma"/>
                <a:cs typeface="Tahoma"/>
              </a:rPr>
              <a:t>revenue.</a:t>
            </a:r>
            <a:endParaRPr sz="2950">
              <a:latin typeface="Tahoma"/>
              <a:cs typeface="Tahoma"/>
            </a:endParaRPr>
          </a:p>
          <a:p>
            <a:pPr marL="1989455" marR="5080">
              <a:lnSpc>
                <a:spcPct val="115900"/>
              </a:lnSpc>
              <a:spcBef>
                <a:spcPts val="350"/>
              </a:spcBef>
              <a:tabLst>
                <a:tab pos="3184525" algn="l"/>
                <a:tab pos="3253104" algn="l"/>
                <a:tab pos="3841750" algn="l"/>
                <a:tab pos="3996690" algn="l"/>
                <a:tab pos="4467860" algn="l"/>
                <a:tab pos="4696460" algn="l"/>
                <a:tab pos="5095875" algn="l"/>
                <a:tab pos="5226685" algn="l"/>
                <a:tab pos="5697855" algn="l"/>
                <a:tab pos="5723890" algn="l"/>
                <a:tab pos="5990590" algn="l"/>
                <a:tab pos="6697980" algn="l"/>
                <a:tab pos="6764655" algn="l"/>
                <a:tab pos="7028815" algn="l"/>
                <a:tab pos="7487284" algn="l"/>
                <a:tab pos="7650480" algn="l"/>
                <a:tab pos="8732520" algn="l"/>
                <a:tab pos="8875395" algn="l"/>
                <a:tab pos="9088755" algn="l"/>
                <a:tab pos="9715500" algn="l"/>
                <a:tab pos="9791700" algn="l"/>
                <a:tab pos="11002010" algn="l"/>
                <a:tab pos="11381105" algn="l"/>
                <a:tab pos="11433175" algn="l"/>
                <a:tab pos="12051665" algn="l"/>
                <a:tab pos="12496800" algn="l"/>
                <a:tab pos="12844145" algn="l"/>
                <a:tab pos="13512165" algn="l"/>
                <a:tab pos="13748385" algn="l"/>
                <a:tab pos="14067155" algn="l"/>
                <a:tab pos="15272385" algn="l"/>
              </a:tabLst>
            </a:pP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5" b="1">
                <a:solidFill>
                  <a:srgbClr val="095204"/>
                </a:solidFill>
                <a:latin typeface="Tahoma"/>
                <a:cs typeface="Tahoma"/>
              </a:rPr>
              <a:t>UT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S</a:t>
            </a:r>
            <a:r>
              <a:rPr dirty="0" sz="1800" spc="-1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1800" spc="-229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spc="-1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0" b="1">
                <a:solidFill>
                  <a:srgbClr val="095204"/>
                </a:solidFill>
                <a:latin typeface="Tahoma"/>
                <a:cs typeface="Tahoma"/>
              </a:rPr>
              <a:t>TE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130" b="1">
                <a:solidFill>
                  <a:srgbClr val="095204"/>
                </a:solidFill>
                <a:latin typeface="Tahoma"/>
                <a:cs typeface="Tahoma"/>
              </a:rPr>
              <a:t>THA</a:t>
            </a:r>
            <a:r>
              <a:rPr dirty="0" sz="1800" spc="-2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18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0" b="1">
                <a:solidFill>
                  <a:srgbClr val="095204"/>
                </a:solidFill>
                <a:latin typeface="Tahoma"/>
                <a:cs typeface="Tahoma"/>
              </a:rPr>
              <a:t>TE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C</a:t>
            </a:r>
            <a:r>
              <a:rPr dirty="0" sz="180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C</a:t>
            </a:r>
            <a:r>
              <a:rPr dirty="0" sz="180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50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4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800" spc="-2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18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90" b="1">
                <a:solidFill>
                  <a:srgbClr val="095204"/>
                </a:solidFill>
                <a:latin typeface="Tahoma"/>
                <a:cs typeface="Tahoma"/>
              </a:rPr>
              <a:t>EX</a:t>
            </a:r>
            <a:r>
              <a:rPr dirty="0" sz="1800" spc="-2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C</a:t>
            </a:r>
            <a:r>
              <a:rPr dirty="0" sz="1800" spc="-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spc="-1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spc="-1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095204"/>
                </a:solidFill>
                <a:latin typeface="Tahoma"/>
                <a:cs typeface="Tahoma"/>
              </a:rPr>
              <a:t>IV</a:t>
            </a:r>
            <a:r>
              <a:rPr dirty="0" sz="180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50" b="1">
                <a:solidFill>
                  <a:srgbClr val="095204"/>
                </a:solidFill>
                <a:latin typeface="Tahoma"/>
                <a:cs typeface="Tahoma"/>
              </a:rPr>
              <a:t>RA</a:t>
            </a:r>
            <a:r>
              <a:rPr dirty="0" sz="180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1800" spc="-3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29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LL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85" b="1">
                <a:solidFill>
                  <a:srgbClr val="095204"/>
                </a:solidFill>
                <a:latin typeface="Tahoma"/>
                <a:cs typeface="Tahoma"/>
              </a:rPr>
              <a:t>ND</a:t>
            </a:r>
            <a:r>
              <a:rPr dirty="0" sz="1800" spc="-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55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1800" spc="-1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180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spc="-1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0" b="1">
                <a:solidFill>
                  <a:srgbClr val="095204"/>
                </a:solidFill>
                <a:latin typeface="Tahoma"/>
                <a:cs typeface="Tahoma"/>
              </a:rPr>
              <a:t>TE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60" b="1">
                <a:solidFill>
                  <a:srgbClr val="095204"/>
                </a:solidFill>
                <a:latin typeface="Tahoma"/>
                <a:cs typeface="Tahoma"/>
              </a:rPr>
              <a:t>O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095204"/>
                </a:solidFill>
                <a:latin typeface="Tahoma"/>
                <a:cs typeface="Tahoma"/>
              </a:rPr>
              <a:t>IM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90" b="1">
                <a:solidFill>
                  <a:srgbClr val="095204"/>
                </a:solidFill>
                <a:latin typeface="Tahoma"/>
                <a:cs typeface="Tahoma"/>
              </a:rPr>
              <a:t>GRO</a:t>
            </a:r>
            <a:r>
              <a:rPr dirty="0" sz="180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1800" spc="-1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14" b="1">
                <a:solidFill>
                  <a:srgbClr val="095204"/>
                </a:solidFill>
                <a:latin typeface="Tahoma"/>
                <a:cs typeface="Tahoma"/>
              </a:rPr>
              <a:t>TH.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W</a:t>
            </a:r>
            <a:r>
              <a:rPr dirty="0" sz="1800" spc="-1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90" b="1">
                <a:solidFill>
                  <a:srgbClr val="095204"/>
                </a:solidFill>
                <a:latin typeface="Tahoma"/>
                <a:cs typeface="Tahoma"/>
              </a:rPr>
              <a:t>HE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</a:t>
            </a:r>
            <a:r>
              <a:rPr dirty="0" sz="1800" spc="50" b="1">
                <a:solidFill>
                  <a:srgbClr val="095204"/>
                </a:solidFill>
                <a:latin typeface="Tahoma"/>
                <a:cs typeface="Tahoma"/>
              </a:rPr>
              <a:t>RA</a:t>
            </a:r>
            <a:r>
              <a:rPr dirty="0" sz="1800" spc="-2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iS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75" b="1">
                <a:solidFill>
                  <a:srgbClr val="095204"/>
                </a:solidFill>
                <a:latin typeface="Tahoma"/>
                <a:cs typeface="Tahoma"/>
              </a:rPr>
              <a:t>DE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C</a:t>
            </a:r>
            <a:r>
              <a:rPr dirty="0" sz="180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D,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55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18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C</a:t>
            </a:r>
            <a:r>
              <a:rPr dirty="0" sz="180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095204"/>
                </a:solidFill>
                <a:latin typeface="Tahoma"/>
                <a:cs typeface="Tahoma"/>
              </a:rPr>
              <a:t>IV</a:t>
            </a:r>
            <a:r>
              <a:rPr dirty="0" sz="1800" spc="-2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S</a:t>
            </a:r>
            <a:r>
              <a:rPr dirty="0" sz="1800" spc="-1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90" b="1">
                <a:solidFill>
                  <a:srgbClr val="095204"/>
                </a:solidFill>
                <a:latin typeface="Tahoma"/>
                <a:cs typeface="Tahoma"/>
              </a:rPr>
              <a:t>HE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ET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70" b="1">
                <a:solidFill>
                  <a:srgbClr val="095204"/>
                </a:solidFill>
                <a:latin typeface="Tahoma"/>
                <a:cs typeface="Tahoma"/>
              </a:rPr>
              <a:t>DE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70" b="1">
                <a:solidFill>
                  <a:srgbClr val="095204"/>
                </a:solidFill>
                <a:latin typeface="Tahoma"/>
                <a:cs typeface="Tahoma"/>
              </a:rPr>
              <a:t>LO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1800" spc="-2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T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RE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V</a:t>
            </a:r>
            <a:r>
              <a:rPr dirty="0" sz="1800" spc="-2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NT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1800" spc="-1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0" b="1">
                <a:solidFill>
                  <a:srgbClr val="095204"/>
                </a:solidFill>
                <a:latin typeface="Tahoma"/>
                <a:cs typeface="Tahoma"/>
              </a:rPr>
              <a:t>TE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90" b="1">
                <a:solidFill>
                  <a:srgbClr val="095204"/>
                </a:solidFill>
                <a:latin typeface="Tahoma"/>
                <a:cs typeface="Tahoma"/>
              </a:rPr>
              <a:t>RLO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800" spc="-1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800" spc="-1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1800" spc="-3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ND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</a:t>
            </a:r>
            <a:r>
              <a:rPr dirty="0" sz="1800" spc="-45" b="1">
                <a:solidFill>
                  <a:srgbClr val="095204"/>
                </a:solidFill>
                <a:latin typeface="Tahoma"/>
                <a:cs typeface="Tahoma"/>
              </a:rPr>
              <a:t>DA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1800" spc="-20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800" spc="-1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.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T</a:t>
            </a:r>
            <a:r>
              <a:rPr dirty="0" sz="180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70" b="1">
                <a:solidFill>
                  <a:srgbClr val="095204"/>
                </a:solidFill>
                <a:latin typeface="Tahoma"/>
                <a:cs typeface="Tahoma"/>
              </a:rPr>
              <a:t>HE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S</a:t>
            </a:r>
            <a:r>
              <a:rPr dirty="0" sz="1800" spc="-1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1800" spc="-229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spc="-1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0" b="1">
                <a:solidFill>
                  <a:srgbClr val="095204"/>
                </a:solidFill>
                <a:latin typeface="Tahoma"/>
                <a:cs typeface="Tahoma"/>
              </a:rPr>
              <a:t>TE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6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5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75" b="1">
                <a:solidFill>
                  <a:srgbClr val="095204"/>
                </a:solidFill>
                <a:latin typeface="Tahoma"/>
                <a:cs typeface="Tahoma"/>
              </a:rPr>
              <a:t>LS</a:t>
            </a:r>
            <a:r>
              <a:rPr dirty="0" sz="1800" spc="-1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RE</a:t>
            </a:r>
            <a:r>
              <a:rPr dirty="0" sz="1800" spc="-2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SO</a:t>
            </a:r>
            <a:r>
              <a:rPr dirty="0" sz="180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5" b="1">
                <a:solidFill>
                  <a:srgbClr val="095204"/>
                </a:solidFill>
                <a:latin typeface="Tahoma"/>
                <a:cs typeface="Tahoma"/>
              </a:rPr>
              <a:t>LA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95" b="1">
                <a:solidFill>
                  <a:srgbClr val="095204"/>
                </a:solidFill>
                <a:latin typeface="Tahoma"/>
                <a:cs typeface="Tahoma"/>
              </a:rPr>
              <a:t>PA</a:t>
            </a:r>
            <a:r>
              <a:rPr dirty="0" sz="180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85" b="1">
                <a:solidFill>
                  <a:srgbClr val="095204"/>
                </a:solidFill>
                <a:latin typeface="Tahoma"/>
                <a:cs typeface="Tahoma"/>
              </a:rPr>
              <a:t>NE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55" b="1">
                <a:solidFill>
                  <a:srgbClr val="095204"/>
                </a:solidFill>
                <a:latin typeface="Tahoma"/>
                <a:cs typeface="Tahoma"/>
              </a:rPr>
              <a:t>LS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135" b="1">
                <a:solidFill>
                  <a:srgbClr val="095204"/>
                </a:solidFill>
                <a:latin typeface="Tahoma"/>
                <a:cs typeface="Tahoma"/>
              </a:rPr>
              <a:t>THA</a:t>
            </a:r>
            <a:r>
              <a:rPr dirty="0" sz="180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3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35" b="1">
                <a:solidFill>
                  <a:srgbClr val="095204"/>
                </a:solidFill>
                <a:latin typeface="Tahoma"/>
                <a:cs typeface="Tahoma"/>
              </a:rPr>
              <a:t>RE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ENE</a:t>
            </a:r>
            <a:r>
              <a:rPr dirty="0" sz="1800" spc="-2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5" b="1">
                <a:solidFill>
                  <a:srgbClr val="095204"/>
                </a:solidFill>
                <a:latin typeface="Tahoma"/>
                <a:cs typeface="Tahoma"/>
              </a:rPr>
              <a:t>RG</a:t>
            </a:r>
            <a:r>
              <a:rPr dirty="0" sz="180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800" spc="-2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R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5" b="1">
                <a:solidFill>
                  <a:srgbClr val="095204"/>
                </a:solidFill>
                <a:latin typeface="Tahoma"/>
                <a:cs typeface="Tahoma"/>
              </a:rPr>
              <a:t>RT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095204"/>
                </a:solidFill>
                <a:latin typeface="Tahoma"/>
                <a:cs typeface="Tahoma"/>
              </a:rPr>
              <a:t>IF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095204"/>
                </a:solidFill>
                <a:latin typeface="Tahoma"/>
                <a:cs typeface="Tahoma"/>
              </a:rPr>
              <a:t>IC</a:t>
            </a:r>
            <a:r>
              <a:rPr dirty="0" sz="1800" spc="-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095204"/>
                </a:solidFill>
                <a:latin typeface="Tahoma"/>
                <a:cs typeface="Tahoma"/>
              </a:rPr>
              <a:t>IA</a:t>
            </a:r>
            <a:r>
              <a:rPr dirty="0" sz="180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5" b="1">
                <a:solidFill>
                  <a:srgbClr val="095204"/>
                </a:solidFill>
                <a:latin typeface="Tahoma"/>
                <a:cs typeface="Tahoma"/>
              </a:rPr>
              <a:t>LIG</a:t>
            </a:r>
            <a:r>
              <a:rPr dirty="0" sz="1800" spc="-1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95" b="1">
                <a:solidFill>
                  <a:srgbClr val="095204"/>
                </a:solidFill>
                <a:latin typeface="Tahoma"/>
                <a:cs typeface="Tahoma"/>
              </a:rPr>
              <a:t>HT</a:t>
            </a:r>
            <a:r>
              <a:rPr dirty="0" sz="180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1800" spc="-3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800" spc="195" b="1">
                <a:solidFill>
                  <a:srgbClr val="095204"/>
                </a:solidFill>
                <a:latin typeface="Tahoma"/>
                <a:cs typeface="Tahoma"/>
              </a:rPr>
              <a:t>   </a:t>
            </a:r>
            <a:r>
              <a:rPr dirty="0" sz="1800" spc="50" b="1">
                <a:solidFill>
                  <a:srgbClr val="095204"/>
                </a:solidFill>
                <a:latin typeface="Tahoma"/>
                <a:cs typeface="Tahoma"/>
              </a:rPr>
              <a:t>DURIN</a:t>
            </a:r>
            <a:r>
              <a:rPr dirty="0" sz="1800" spc="-3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800" spc="280" b="1">
                <a:solidFill>
                  <a:srgbClr val="095204"/>
                </a:solidFill>
                <a:latin typeface="Tahoma"/>
                <a:cs typeface="Tahoma"/>
              </a:rPr>
              <a:t> 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C</a:t>
            </a:r>
            <a:r>
              <a:rPr dirty="0" sz="1800" spc="-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70" b="1">
                <a:solidFill>
                  <a:srgbClr val="095204"/>
                </a:solidFill>
                <a:latin typeface="Tahoma"/>
                <a:cs typeface="Tahoma"/>
              </a:rPr>
              <a:t>LO</a:t>
            </a:r>
            <a:r>
              <a:rPr dirty="0" sz="1800" spc="-2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14" b="1">
                <a:solidFill>
                  <a:srgbClr val="095204"/>
                </a:solidFill>
                <a:latin typeface="Tahoma"/>
                <a:cs typeface="Tahoma"/>
              </a:rPr>
              <a:t>UDY</a:t>
            </a:r>
            <a:r>
              <a:rPr dirty="0" sz="1800" spc="325" b="1">
                <a:solidFill>
                  <a:srgbClr val="095204"/>
                </a:solidFill>
                <a:latin typeface="Tahoma"/>
                <a:cs typeface="Tahoma"/>
              </a:rPr>
              <a:t> 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1800" spc="-1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90" b="1">
                <a:solidFill>
                  <a:srgbClr val="095204"/>
                </a:solidFill>
                <a:latin typeface="Tahoma"/>
                <a:cs typeface="Tahoma"/>
              </a:rPr>
              <a:t>HE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70" b="1">
                <a:solidFill>
                  <a:srgbClr val="095204"/>
                </a:solidFill>
                <a:latin typeface="Tahoma"/>
                <a:cs typeface="Tahoma"/>
              </a:rPr>
              <a:t>R.</a:t>
            </a:r>
            <a:r>
              <a:rPr dirty="0" sz="1800" spc="459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5" b="1">
                <a:solidFill>
                  <a:srgbClr val="095204"/>
                </a:solidFill>
                <a:latin typeface="Tahoma"/>
                <a:cs typeface="Tahoma"/>
              </a:rPr>
              <a:t>TH</a:t>
            </a:r>
            <a:r>
              <a:rPr dirty="0" sz="180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IS</a:t>
            </a:r>
            <a:r>
              <a:rPr dirty="0" sz="1800" spc="395" b="1">
                <a:solidFill>
                  <a:srgbClr val="095204"/>
                </a:solidFill>
                <a:latin typeface="Tahoma"/>
                <a:cs typeface="Tahoma"/>
              </a:rPr>
              <a:t>  </a:t>
            </a:r>
            <a:r>
              <a:rPr dirty="0" sz="1800" spc="-125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1800" spc="-3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80" b="1">
                <a:solidFill>
                  <a:srgbClr val="095204"/>
                </a:solidFill>
                <a:latin typeface="Tahoma"/>
                <a:cs typeface="Tahoma"/>
              </a:rPr>
              <a:t>NO</a:t>
            </a:r>
            <a:r>
              <a:rPr dirty="0" sz="1800" spc="-2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V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095204"/>
                </a:solidFill>
                <a:latin typeface="Tahoma"/>
                <a:cs typeface="Tahoma"/>
              </a:rPr>
              <a:t>IV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spc="-1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95204"/>
                </a:solidFill>
                <a:latin typeface="Tahoma"/>
                <a:cs typeface="Tahoma"/>
              </a:rPr>
              <a:t>LUTION</a:t>
            </a:r>
            <a:endParaRPr sz="1800">
              <a:latin typeface="Tahoma"/>
              <a:cs typeface="Tahoma"/>
            </a:endParaRPr>
          </a:p>
          <a:p>
            <a:pPr marL="1989455">
              <a:lnSpc>
                <a:spcPct val="100000"/>
              </a:lnSpc>
              <a:spcBef>
                <a:spcPts val="950"/>
              </a:spcBef>
              <a:tabLst>
                <a:tab pos="3687445" algn="l"/>
                <a:tab pos="6021070" algn="l"/>
                <a:tab pos="7609205" algn="l"/>
                <a:tab pos="9866630" algn="l"/>
                <a:tab pos="11160125" algn="l"/>
                <a:tab pos="11971020" algn="l"/>
                <a:tab pos="13373735" algn="l"/>
              </a:tabLst>
            </a:pP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20" b="1">
                <a:solidFill>
                  <a:srgbClr val="095204"/>
                </a:solidFill>
                <a:latin typeface="Tahoma"/>
                <a:cs typeface="Tahoma"/>
              </a:rPr>
              <a:t>NHA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90" b="1">
                <a:solidFill>
                  <a:srgbClr val="095204"/>
                </a:solidFill>
                <a:latin typeface="Tahoma"/>
                <a:cs typeface="Tahoma"/>
              </a:rPr>
              <a:t>NC</a:t>
            </a:r>
            <a:r>
              <a:rPr dirty="0" sz="180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105" b="1">
                <a:solidFill>
                  <a:srgbClr val="095204"/>
                </a:solidFill>
                <a:latin typeface="Tahoma"/>
                <a:cs typeface="Tahoma"/>
              </a:rPr>
              <a:t>PRO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25" b="1">
                <a:solidFill>
                  <a:srgbClr val="095204"/>
                </a:solidFill>
                <a:latin typeface="Tahoma"/>
                <a:cs typeface="Tahoma"/>
              </a:rPr>
              <a:t>DUC</a:t>
            </a:r>
            <a:r>
              <a:rPr dirty="0" sz="1800" spc="-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095204"/>
                </a:solidFill>
                <a:latin typeface="Tahoma"/>
                <a:cs typeface="Tahoma"/>
              </a:rPr>
              <a:t>IV</a:t>
            </a:r>
            <a:r>
              <a:rPr dirty="0" sz="1800" spc="-2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095204"/>
                </a:solidFill>
                <a:latin typeface="Tahoma"/>
                <a:cs typeface="Tahoma"/>
              </a:rPr>
              <a:t>IT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1800" spc="-2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,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RE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25" b="1">
                <a:solidFill>
                  <a:srgbClr val="095204"/>
                </a:solidFill>
                <a:latin typeface="Tahoma"/>
                <a:cs typeface="Tahoma"/>
              </a:rPr>
              <a:t>DUC</a:t>
            </a:r>
            <a:r>
              <a:rPr dirty="0" sz="180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spc="-20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50" b="1">
                <a:solidFill>
                  <a:srgbClr val="095204"/>
                </a:solidFill>
                <a:latin typeface="Tahoma"/>
                <a:cs typeface="Tahoma"/>
              </a:rPr>
              <a:t>RA</a:t>
            </a:r>
            <a:r>
              <a:rPr dirty="0" sz="1800" spc="-2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095204"/>
                </a:solidFill>
                <a:latin typeface="Tahoma"/>
                <a:cs typeface="Tahoma"/>
              </a:rPr>
              <a:t>IO</a:t>
            </a:r>
            <a:r>
              <a:rPr dirty="0" sz="18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75" b="1">
                <a:solidFill>
                  <a:srgbClr val="095204"/>
                </a:solidFill>
                <a:latin typeface="Tahoma"/>
                <a:cs typeface="Tahoma"/>
              </a:rPr>
              <a:t>NA</a:t>
            </a:r>
            <a:r>
              <a:rPr dirty="0" sz="1800" spc="-23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1800" spc="-1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spc="-1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5" b="1">
                <a:solidFill>
                  <a:srgbClr val="095204"/>
                </a:solidFill>
                <a:latin typeface="Tahoma"/>
                <a:cs typeface="Tahoma"/>
              </a:rPr>
              <a:t>TS</a:t>
            </a:r>
            <a:r>
              <a:rPr dirty="0" sz="1800" spc="-1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,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60" b="1">
                <a:solidFill>
                  <a:srgbClr val="095204"/>
                </a:solidFill>
                <a:latin typeface="Tahoma"/>
                <a:cs typeface="Tahoma"/>
              </a:rPr>
              <a:t>ND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85" b="1">
                <a:solidFill>
                  <a:srgbClr val="095204"/>
                </a:solidFill>
                <a:latin typeface="Tahoma"/>
                <a:cs typeface="Tahoma"/>
              </a:rPr>
              <a:t>NS</a:t>
            </a:r>
            <a:r>
              <a:rPr dirty="0" sz="1800" spc="-1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5" b="1">
                <a:solidFill>
                  <a:srgbClr val="095204"/>
                </a:solidFill>
                <a:latin typeface="Tahoma"/>
                <a:cs typeface="Tahoma"/>
              </a:rPr>
              <a:t>URE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S</a:t>
            </a:r>
            <a:r>
              <a:rPr dirty="0" sz="1800" spc="-1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5" b="1">
                <a:solidFill>
                  <a:srgbClr val="095204"/>
                </a:solidFill>
                <a:latin typeface="Tahoma"/>
                <a:cs typeface="Tahoma"/>
              </a:rPr>
              <a:t>US</a:t>
            </a:r>
            <a:r>
              <a:rPr dirty="0" sz="1800" spc="-1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100" b="1">
                <a:solidFill>
                  <a:srgbClr val="095204"/>
                </a:solidFill>
                <a:latin typeface="Tahoma"/>
                <a:cs typeface="Tahoma"/>
              </a:rPr>
              <a:t>TA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1800" spc="-3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18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40" b="1">
                <a:solidFill>
                  <a:srgbClr val="095204"/>
                </a:solidFill>
                <a:latin typeface="Tahoma"/>
                <a:cs typeface="Tahoma"/>
              </a:rPr>
              <a:t>LE</a:t>
            </a:r>
            <a:endParaRPr sz="1800">
              <a:latin typeface="Tahoma"/>
              <a:cs typeface="Tahoma"/>
            </a:endParaRPr>
          </a:p>
          <a:p>
            <a:pPr marL="1989455">
              <a:lnSpc>
                <a:spcPct val="100000"/>
              </a:lnSpc>
              <a:spcBef>
                <a:spcPts val="950"/>
              </a:spcBef>
              <a:tabLst>
                <a:tab pos="3443604" algn="l"/>
              </a:tabLst>
            </a:pP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1800" spc="-2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55" b="1">
                <a:solidFill>
                  <a:srgbClr val="095204"/>
                </a:solidFill>
                <a:latin typeface="Tahoma"/>
                <a:cs typeface="Tahoma"/>
              </a:rPr>
              <a:t>RM</a:t>
            </a:r>
            <a:r>
              <a:rPr dirty="0" sz="1800" spc="-1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25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1800" spc="-3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1800" spc="-2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55" b="1">
                <a:solidFill>
                  <a:srgbClr val="095204"/>
                </a:solidFill>
                <a:latin typeface="Tahoma"/>
                <a:cs typeface="Tahoma"/>
              </a:rPr>
              <a:t>RA</a:t>
            </a:r>
            <a:r>
              <a:rPr dirty="0" sz="18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C</a:t>
            </a:r>
            <a:r>
              <a:rPr dirty="0" sz="1800" spc="-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1800" spc="-3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095204"/>
                </a:solidFill>
                <a:latin typeface="Tahoma"/>
                <a:cs typeface="Tahoma"/>
              </a:rPr>
              <a:t>IC</a:t>
            </a:r>
            <a:r>
              <a:rPr dirty="0" sz="1800" spc="-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1800" spc="-3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1800" spc="-1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095204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595091" y="233172"/>
            <a:ext cx="2238755" cy="1476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F9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2988" y="0"/>
            <a:ext cx="5417820" cy="30327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1278381"/>
            <a:ext cx="45942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000000"/>
                </a:solidFill>
                <a:latin typeface="Arial"/>
                <a:cs typeface="Arial"/>
              </a:rPr>
              <a:t>Problem/Opportunity</a:t>
            </a:r>
            <a:endParaRPr sz="3600">
              <a:latin typeface="Arial"/>
              <a:cs typeface="Arial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011237" y="2624137"/>
          <a:ext cx="15846425" cy="6831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4650"/>
                <a:gridCol w="5150484"/>
                <a:gridCol w="5154929"/>
              </a:tblGrid>
              <a:tr h="29813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400" spc="-10" b="1">
                          <a:latin typeface="Verdana"/>
                          <a:cs typeface="Verdana"/>
                        </a:rPr>
                        <a:t>CONTEXT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z="1400" spc="-65">
                          <a:latin typeface="Verdana"/>
                          <a:cs typeface="Verdana"/>
                        </a:rPr>
                        <a:t>When</a:t>
                      </a:r>
                      <a:r>
                        <a:rPr dirty="0" sz="1400" spc="-2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does</a:t>
                      </a:r>
                      <a:r>
                        <a:rPr dirty="0" sz="14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85">
                          <a:latin typeface="Verdana"/>
                          <a:cs typeface="Verdana"/>
                        </a:rPr>
                        <a:t>problem</a:t>
                      </a:r>
                      <a:r>
                        <a:rPr dirty="0" sz="1400" spc="-2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latin typeface="Verdana"/>
                          <a:cs typeface="Verdana"/>
                        </a:rPr>
                        <a:t>occur?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18159" indent="-309245">
                        <a:lnSpc>
                          <a:spcPct val="100000"/>
                        </a:lnSpc>
                        <a:buAutoNum type="arabicPeriod"/>
                        <a:tabLst>
                          <a:tab pos="518159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Rainy</a:t>
                      </a:r>
                      <a:r>
                        <a:rPr dirty="0" sz="18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seasons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556260" indent="-309245">
                        <a:lnSpc>
                          <a:spcPct val="100000"/>
                        </a:lnSpc>
                        <a:buAutoNum type="arabicPeriod"/>
                        <a:tabLst>
                          <a:tab pos="556260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Unpredictable</a:t>
                      </a:r>
                      <a:r>
                        <a:rPr dirty="0" sz="1800" spc="-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weather</a:t>
                      </a:r>
                      <a:r>
                        <a:rPr dirty="0" sz="1800" spc="-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conditions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556260" indent="-309245">
                        <a:lnSpc>
                          <a:spcPct val="100000"/>
                        </a:lnSpc>
                        <a:buAutoNum type="arabicPeriod"/>
                        <a:tabLst>
                          <a:tab pos="556260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Heavy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 rainfall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74345" indent="-241300">
                        <a:lnSpc>
                          <a:spcPct val="100000"/>
                        </a:lnSpc>
                        <a:buAutoNum type="arabicPeriod"/>
                        <a:tabLst>
                          <a:tab pos="474345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Low</a:t>
                      </a:r>
                      <a:r>
                        <a:rPr dirty="0" sz="18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sunlight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conditions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81915">
                    <a:lnL w="9525">
                      <a:solidFill>
                        <a:srgbClr val="FABC00"/>
                      </a:solidFill>
                      <a:prstDash val="solid"/>
                    </a:lnL>
                    <a:lnR w="12700">
                      <a:solidFill>
                        <a:srgbClr val="FABC00"/>
                      </a:solidFill>
                      <a:prstDash val="solid"/>
                    </a:lnR>
                    <a:lnT w="9525">
                      <a:solidFill>
                        <a:srgbClr val="FABC00"/>
                      </a:solidFill>
                      <a:prstDash val="solid"/>
                    </a:lnT>
                    <a:lnB w="9525">
                      <a:solidFill>
                        <a:srgbClr val="FAB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400" spc="-10" b="1">
                          <a:latin typeface="Verdana"/>
                          <a:cs typeface="Verdana"/>
                        </a:rPr>
                        <a:t>PROBLEM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dirty="0" sz="1400" spc="-20">
                          <a:latin typeface="Verdana"/>
                          <a:cs typeface="Verdana"/>
                        </a:rPr>
                        <a:t>What</a:t>
                      </a:r>
                      <a:r>
                        <a:rPr dirty="0" sz="1400" spc="-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1400" spc="-1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-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latin typeface="Verdana"/>
                          <a:cs typeface="Verdana"/>
                        </a:rPr>
                        <a:t>root</a:t>
                      </a:r>
                      <a:r>
                        <a:rPr dirty="0" sz="1400" spc="-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cause</a:t>
                      </a:r>
                      <a:r>
                        <a:rPr dirty="0" sz="14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1400" spc="-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-1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latin typeface="Verdana"/>
                          <a:cs typeface="Verdana"/>
                        </a:rPr>
                        <a:t>problem?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3820" marR="95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6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agriculture's</a:t>
                      </a:r>
                      <a:r>
                        <a:rPr dirty="0" sz="1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affect</a:t>
                      </a:r>
                      <a:r>
                        <a:rPr dirty="0" sz="16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6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unpredictable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10">
                          <a:latin typeface="Verdana"/>
                          <a:cs typeface="Verdana"/>
                        </a:rPr>
                        <a:t>weather,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especially</a:t>
                      </a:r>
                      <a:r>
                        <a:rPr dirty="0" sz="1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excessive</a:t>
                      </a:r>
                      <a:r>
                        <a:rPr dirty="0" sz="16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rainfall</a:t>
                      </a:r>
                      <a:r>
                        <a:rPr dirty="0" sz="16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during</a:t>
                      </a:r>
                      <a:r>
                        <a:rPr dirty="0" sz="16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600" spc="-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10">
                          <a:latin typeface="Verdana"/>
                          <a:cs typeface="Verdana"/>
                        </a:rPr>
                        <a:t>rainy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season.</a:t>
                      </a:r>
                      <a:r>
                        <a:rPr dirty="0" sz="1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This</a:t>
                      </a:r>
                      <a:r>
                        <a:rPr dirty="0" sz="1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leads</a:t>
                      </a:r>
                      <a:r>
                        <a:rPr dirty="0" sz="16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6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waterlogging</a:t>
                      </a:r>
                      <a:r>
                        <a:rPr dirty="0" sz="1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6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crop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damage,</a:t>
                      </a:r>
                      <a:r>
                        <a:rPr dirty="0" sz="16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reducing</a:t>
                      </a:r>
                      <a:r>
                        <a:rPr dirty="0" sz="1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yields.</a:t>
                      </a:r>
                      <a:r>
                        <a:rPr dirty="0" sz="16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Farmers</a:t>
                      </a:r>
                      <a:r>
                        <a:rPr dirty="0" sz="1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struggle</a:t>
                      </a:r>
                      <a:r>
                        <a:rPr dirty="0" sz="1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25">
                          <a:latin typeface="Verdana"/>
                          <a:cs typeface="Verdana"/>
                        </a:rPr>
                        <a:t>to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protect</a:t>
                      </a:r>
                      <a:r>
                        <a:rPr dirty="0" sz="1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their</a:t>
                      </a:r>
                      <a:r>
                        <a:rPr dirty="0" sz="1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crops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due</a:t>
                      </a:r>
                      <a:r>
                        <a:rPr dirty="0" sz="16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inability</a:t>
                      </a:r>
                      <a:r>
                        <a:rPr dirty="0" sz="16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10">
                          <a:latin typeface="Verdana"/>
                          <a:cs typeface="Verdana"/>
                        </a:rPr>
                        <a:t>control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1600" spc="-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predict</a:t>
                      </a:r>
                      <a:r>
                        <a:rPr dirty="0" sz="1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these</a:t>
                      </a:r>
                      <a:r>
                        <a:rPr dirty="0" sz="16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weather</a:t>
                      </a:r>
                      <a:r>
                        <a:rPr dirty="0" sz="16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conditions,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10">
                          <a:latin typeface="Verdana"/>
                          <a:cs typeface="Verdana"/>
                        </a:rPr>
                        <a:t>highlighting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need</a:t>
                      </a:r>
                      <a:r>
                        <a:rPr dirty="0" sz="1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1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6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rain</a:t>
                      </a:r>
                      <a:r>
                        <a:rPr dirty="0" sz="1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detection</a:t>
                      </a:r>
                      <a:r>
                        <a:rPr dirty="0" sz="1600" spc="-10">
                          <a:latin typeface="Verdana"/>
                          <a:cs typeface="Verdana"/>
                        </a:rPr>
                        <a:t> system.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ABC00"/>
                      </a:solidFill>
                      <a:prstDash val="solid"/>
                    </a:lnL>
                    <a:lnR w="9525">
                      <a:solidFill>
                        <a:srgbClr val="FABC00"/>
                      </a:solidFill>
                      <a:prstDash val="solid"/>
                    </a:lnR>
                    <a:lnT w="9525">
                      <a:solidFill>
                        <a:srgbClr val="FABC00"/>
                      </a:solidFill>
                      <a:prstDash val="solid"/>
                    </a:lnT>
                    <a:lnB w="9525">
                      <a:solidFill>
                        <a:srgbClr val="FAB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400" spc="-50" b="1">
                          <a:latin typeface="Verdana"/>
                          <a:cs typeface="Verdana"/>
                        </a:rPr>
                        <a:t>ALTERNATIVES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86360">
                        <a:lnSpc>
                          <a:spcPct val="100000"/>
                        </a:lnSpc>
                      </a:pPr>
                      <a:r>
                        <a:rPr dirty="0" sz="1400" spc="-40">
                          <a:latin typeface="Verdana"/>
                          <a:cs typeface="Verdana"/>
                        </a:rPr>
                        <a:t>What</a:t>
                      </a:r>
                      <a:r>
                        <a:rPr dirty="0" sz="1400" spc="-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35">
                          <a:latin typeface="Verdana"/>
                          <a:cs typeface="Verdana"/>
                        </a:rPr>
                        <a:t>do</a:t>
                      </a:r>
                      <a:r>
                        <a:rPr dirty="0" sz="1400" spc="-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65">
                          <a:latin typeface="Verdana"/>
                          <a:cs typeface="Verdana"/>
                        </a:rPr>
                        <a:t>customers</a:t>
                      </a:r>
                      <a:r>
                        <a:rPr dirty="0" sz="1400" spc="-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do</a:t>
                      </a:r>
                      <a:r>
                        <a:rPr dirty="0" sz="14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now</a:t>
                      </a:r>
                      <a:r>
                        <a:rPr dirty="0" sz="14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5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400" spc="-1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ﬁx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5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-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latin typeface="Verdana"/>
                          <a:cs typeface="Verdana"/>
                        </a:rPr>
                        <a:t>problem?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29259" marR="857250" indent="-342900">
                        <a:lnSpc>
                          <a:spcPct val="100000"/>
                        </a:lnSpc>
                        <a:buAutoNum type="arabicPeriod"/>
                        <a:tabLst>
                          <a:tab pos="429259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Placing</a:t>
                      </a:r>
                      <a:r>
                        <a:rPr dirty="0" sz="1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sandbags</a:t>
                      </a:r>
                      <a:r>
                        <a:rPr dirty="0" sz="18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around</a:t>
                      </a:r>
                      <a:r>
                        <a:rPr dirty="0" sz="1800" spc="-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crops</a:t>
                      </a:r>
                      <a:r>
                        <a:rPr dirty="0" sz="1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to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prevent</a:t>
                      </a:r>
                      <a:r>
                        <a:rPr dirty="0" sz="1800" spc="-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waterlogging.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29259" marR="741680" indent="-342900">
                        <a:lnSpc>
                          <a:spcPct val="100000"/>
                        </a:lnSpc>
                        <a:buAutoNum type="arabicPeriod"/>
                        <a:tabLst>
                          <a:tab pos="429259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Creating</a:t>
                      </a:r>
                      <a:r>
                        <a:rPr dirty="0" sz="18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temporary</a:t>
                      </a:r>
                      <a:r>
                        <a:rPr dirty="0" sz="1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dikes</a:t>
                      </a:r>
                      <a:r>
                        <a:rPr dirty="0" sz="18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divert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excess</a:t>
                      </a:r>
                      <a:r>
                        <a:rPr dirty="0" sz="1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water.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29259" marR="110489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429259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Purchasing</a:t>
                      </a:r>
                      <a:r>
                        <a:rPr dirty="0" sz="18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insurance</a:t>
                      </a:r>
                      <a:r>
                        <a:rPr dirty="0" sz="1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8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compensate</a:t>
                      </a:r>
                      <a:r>
                        <a:rPr dirty="0" sz="18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crop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damage.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81915">
                    <a:lnL w="9525">
                      <a:solidFill>
                        <a:srgbClr val="FABC00"/>
                      </a:solidFill>
                      <a:prstDash val="solid"/>
                    </a:lnL>
                    <a:lnR w="9525">
                      <a:solidFill>
                        <a:srgbClr val="FABC00"/>
                      </a:solidFill>
                      <a:prstDash val="solid"/>
                    </a:lnR>
                    <a:lnT w="9525">
                      <a:solidFill>
                        <a:srgbClr val="FABC00"/>
                      </a:solidFill>
                      <a:prstDash val="solid"/>
                    </a:lnT>
                    <a:lnB w="9525">
                      <a:solidFill>
                        <a:srgbClr val="FABC00"/>
                      </a:solidFill>
                      <a:prstDash val="solid"/>
                    </a:lnB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400" spc="-20" b="1">
                          <a:latin typeface="Verdana"/>
                          <a:cs typeface="Verdana"/>
                        </a:rPr>
                        <a:t>CUSTOMERS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z="1400" spc="-25">
                          <a:latin typeface="Verdana"/>
                          <a:cs typeface="Verdana"/>
                        </a:rPr>
                        <a:t>Who</a:t>
                      </a:r>
                      <a:r>
                        <a:rPr dirty="0" sz="1400" spc="-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30">
                          <a:latin typeface="Verdana"/>
                          <a:cs typeface="Verdana"/>
                        </a:rPr>
                        <a:t>has</a:t>
                      </a:r>
                      <a:r>
                        <a:rPr dirty="0" sz="1400" spc="-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35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-2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65">
                          <a:latin typeface="Verdana"/>
                          <a:cs typeface="Verdana"/>
                        </a:rPr>
                        <a:t>problem</a:t>
                      </a:r>
                      <a:r>
                        <a:rPr dirty="0" sz="1400" spc="-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55">
                          <a:latin typeface="Verdana"/>
                          <a:cs typeface="Verdana"/>
                        </a:rPr>
                        <a:t>most</a:t>
                      </a:r>
                      <a:r>
                        <a:rPr dirty="0" sz="1400" spc="-1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latin typeface="Verdana"/>
                          <a:cs typeface="Verdana"/>
                        </a:rPr>
                        <a:t>often?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82550">
                    <a:lnL w="9525">
                      <a:solidFill>
                        <a:srgbClr val="FABC00"/>
                      </a:solidFill>
                      <a:prstDash val="solid"/>
                    </a:lnL>
                    <a:lnR w="12700">
                      <a:solidFill>
                        <a:srgbClr val="FABC00"/>
                      </a:solidFill>
                      <a:prstDash val="solid"/>
                    </a:lnR>
                    <a:lnT w="9525">
                      <a:solidFill>
                        <a:srgbClr val="FABC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400" spc="-130" b="1">
                          <a:latin typeface="Verdana"/>
                          <a:cs typeface="Verdana"/>
                        </a:rPr>
                        <a:t>EMOTIONAL</a:t>
                      </a:r>
                      <a:r>
                        <a:rPr dirty="0" sz="1400" spc="-229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 b="1">
                          <a:latin typeface="Verdana"/>
                          <a:cs typeface="Verdana"/>
                        </a:rPr>
                        <a:t>IMPACT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dirty="0" sz="1400" spc="-45">
                          <a:latin typeface="Verdana"/>
                          <a:cs typeface="Verdana"/>
                        </a:rPr>
                        <a:t>How</a:t>
                      </a:r>
                      <a:r>
                        <a:rPr dirty="0" sz="1400" spc="-1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does</a:t>
                      </a:r>
                      <a:r>
                        <a:rPr dirty="0" sz="14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-1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customer</a:t>
                      </a:r>
                      <a:r>
                        <a:rPr dirty="0" sz="1400" spc="-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latin typeface="Verdana"/>
                          <a:cs typeface="Verdana"/>
                        </a:rPr>
                        <a:t>feel?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FABC00"/>
                      </a:solidFill>
                      <a:prstDash val="solid"/>
                    </a:lnL>
                    <a:lnR w="9525">
                      <a:solidFill>
                        <a:srgbClr val="FABC00"/>
                      </a:solidFill>
                      <a:prstDash val="solid"/>
                    </a:lnR>
                    <a:lnT w="9525">
                      <a:solidFill>
                        <a:srgbClr val="FABC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400" spc="-130" b="1">
                          <a:latin typeface="Verdana"/>
                          <a:cs typeface="Verdana"/>
                        </a:rPr>
                        <a:t>ALTERNATIVE</a:t>
                      </a:r>
                      <a:r>
                        <a:rPr dirty="0" sz="1400" spc="-254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5" b="1">
                          <a:latin typeface="Verdana"/>
                          <a:cs typeface="Verdana"/>
                        </a:rPr>
                        <a:t>SHORTCOMINGS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86360">
                        <a:lnSpc>
                          <a:spcPct val="100000"/>
                        </a:lnSpc>
                      </a:pPr>
                      <a:r>
                        <a:rPr dirty="0" sz="1400" spc="-45">
                          <a:latin typeface="Verdana"/>
                          <a:cs typeface="Verdana"/>
                        </a:rPr>
                        <a:t>What</a:t>
                      </a:r>
                      <a:r>
                        <a:rPr dirty="0" sz="1400" spc="-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1400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-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60">
                          <a:latin typeface="Verdana"/>
                          <a:cs typeface="Verdana"/>
                        </a:rPr>
                        <a:t>disadvantages</a:t>
                      </a:r>
                      <a:r>
                        <a:rPr dirty="0" sz="1400" spc="-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1400" spc="-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3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latin typeface="Verdana"/>
                          <a:cs typeface="Verdana"/>
                        </a:rPr>
                        <a:t>alternatives?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82550">
                    <a:lnL w="9525">
                      <a:solidFill>
                        <a:srgbClr val="FABC00"/>
                      </a:solidFill>
                      <a:prstDash val="solid"/>
                    </a:lnL>
                    <a:lnR w="9525">
                      <a:solidFill>
                        <a:srgbClr val="FABC00"/>
                      </a:solidFill>
                      <a:prstDash val="solid"/>
                    </a:lnR>
                    <a:lnT w="9525">
                      <a:solidFill>
                        <a:srgbClr val="FABC00"/>
                      </a:solidFill>
                      <a:prstDash val="solid"/>
                    </a:lnT>
                  </a:tcPr>
                </a:tc>
              </a:tr>
              <a:tr h="1956435">
                <a:tc>
                  <a:txBody>
                    <a:bodyPr/>
                    <a:lstStyle/>
                    <a:p>
                      <a:pPr marL="427355" indent="-342265">
                        <a:lnSpc>
                          <a:spcPct val="100000"/>
                        </a:lnSpc>
                        <a:spcBef>
                          <a:spcPts val="1315"/>
                        </a:spcBef>
                        <a:buAutoNum type="arabicPeriod"/>
                        <a:tabLst>
                          <a:tab pos="427355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Smallholder</a:t>
                      </a:r>
                      <a:r>
                        <a:rPr dirty="0" sz="1800" spc="-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farmers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27990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427990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Commercial</a:t>
                      </a:r>
                      <a:r>
                        <a:rPr dirty="0" sz="1800" spc="-1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farmers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27990" indent="-342900">
                        <a:lnSpc>
                          <a:spcPct val="100000"/>
                        </a:lnSpc>
                        <a:buAutoNum type="arabicPeriod"/>
                        <a:tabLst>
                          <a:tab pos="427990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Agricultural</a:t>
                      </a:r>
                      <a:r>
                        <a:rPr dirty="0" sz="1800" spc="-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cooperatives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27990" marR="1214755" indent="-343535">
                        <a:lnSpc>
                          <a:spcPct val="100000"/>
                        </a:lnSpc>
                        <a:buAutoNum type="arabicPeriod"/>
                        <a:tabLst>
                          <a:tab pos="427990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Organic</a:t>
                      </a:r>
                      <a:r>
                        <a:rPr dirty="0" sz="18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precision</a:t>
                      </a:r>
                      <a:r>
                        <a:rPr dirty="0" sz="18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agriculture farms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427990" indent="-342900">
                        <a:lnSpc>
                          <a:spcPct val="100000"/>
                        </a:lnSpc>
                        <a:buAutoNum type="arabicPeriod"/>
                        <a:tabLst>
                          <a:tab pos="427990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Greenhouse</a:t>
                      </a:r>
                      <a:r>
                        <a:rPr dirty="0" sz="18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farmers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167005">
                    <a:lnL w="9525">
                      <a:solidFill>
                        <a:srgbClr val="FABC00"/>
                      </a:solidFill>
                      <a:prstDash val="solid"/>
                    </a:lnL>
                    <a:lnR w="12700">
                      <a:solidFill>
                        <a:srgbClr val="FABC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3820" marR="354965">
                        <a:lnSpc>
                          <a:spcPct val="100000"/>
                        </a:lnSpc>
                        <a:spcBef>
                          <a:spcPts val="835"/>
                        </a:spcBef>
                        <a:tabLst>
                          <a:tab pos="1485265" algn="l"/>
                          <a:tab pos="2017395" algn="l"/>
                          <a:tab pos="2458720" algn="l"/>
                        </a:tabLst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Peace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18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Mind</a:t>
                      </a:r>
                      <a:r>
                        <a:rPr dirty="0" sz="18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	Knowing</a:t>
                      </a:r>
                      <a:r>
                        <a:rPr dirty="0" sz="18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crops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 and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vegetables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	protected.</a:t>
                      </a:r>
                      <a:r>
                        <a:rPr dirty="0" sz="18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Well-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being</a:t>
                      </a:r>
                      <a:r>
                        <a:rPr dirty="0" sz="1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Financial</a:t>
                      </a:r>
                      <a:r>
                        <a:rPr dirty="0" sz="1800" spc="-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stability</a:t>
                      </a:r>
                      <a:r>
                        <a:rPr dirty="0" sz="18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security.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30" b="1">
                          <a:latin typeface="Verdana"/>
                          <a:cs typeface="Verdana"/>
                        </a:rPr>
                        <a:t>QUANTIFIABLE</a:t>
                      </a:r>
                      <a:r>
                        <a:rPr dirty="0" sz="1400" spc="-229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 b="1">
                          <a:latin typeface="Verdana"/>
                          <a:cs typeface="Verdana"/>
                        </a:rPr>
                        <a:t>IMPACT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dirty="0" sz="1400" spc="-40">
                          <a:latin typeface="Verdana"/>
                          <a:cs typeface="Verdana"/>
                        </a:rPr>
                        <a:t>What</a:t>
                      </a:r>
                      <a:r>
                        <a:rPr dirty="0" sz="1400" spc="-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1400" spc="-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400" spc="-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50">
                          <a:latin typeface="Verdana"/>
                          <a:cs typeface="Verdana"/>
                        </a:rPr>
                        <a:t>measurable</a:t>
                      </a:r>
                      <a:r>
                        <a:rPr dirty="0" sz="1400" spc="-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impact</a:t>
                      </a:r>
                      <a:r>
                        <a:rPr dirty="0" sz="1400" spc="1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55">
                          <a:latin typeface="Verdana"/>
                          <a:cs typeface="Verdana"/>
                        </a:rPr>
                        <a:t>(include</a:t>
                      </a:r>
                      <a:r>
                        <a:rPr dirty="0" sz="1400" spc="-1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latin typeface="Verdana"/>
                          <a:cs typeface="Verdana"/>
                        </a:rPr>
                        <a:t>units)?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06045">
                    <a:lnL w="12700">
                      <a:solidFill>
                        <a:srgbClr val="FABC00"/>
                      </a:solidFill>
                      <a:prstDash val="solid"/>
                    </a:lnL>
                    <a:lnR w="9525">
                      <a:solidFill>
                        <a:srgbClr val="FABC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Risk</a:t>
                      </a:r>
                      <a:r>
                        <a:rPr dirty="0" sz="18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1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damaging</a:t>
                      </a:r>
                      <a:r>
                        <a:rPr dirty="0" sz="18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plants</a:t>
                      </a:r>
                      <a:r>
                        <a:rPr dirty="0" sz="18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during</a:t>
                      </a:r>
                      <a:r>
                        <a:rPr dirty="0" sz="1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covering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8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uncovering.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86360" marR="69215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Verdana"/>
                          <a:cs typeface="Verdana"/>
                        </a:rPr>
                        <a:t>Requires</a:t>
                      </a:r>
                      <a:r>
                        <a:rPr dirty="0" sz="18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ongoing</a:t>
                      </a:r>
                      <a:r>
                        <a:rPr dirty="0" sz="18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maintenance,</a:t>
                      </a:r>
                      <a:r>
                        <a:rPr dirty="0" sz="1800" spc="-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which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can</a:t>
                      </a:r>
                      <a:r>
                        <a:rPr dirty="0" sz="18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>
                          <a:latin typeface="Verdana"/>
                          <a:cs typeface="Verdana"/>
                        </a:rPr>
                        <a:t>reduce</a:t>
                      </a:r>
                      <a:r>
                        <a:rPr dirty="0" sz="1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latin typeface="Verdana"/>
                          <a:cs typeface="Verdana"/>
                        </a:rPr>
                        <a:t>effectiveness.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106045">
                    <a:lnL w="9525">
                      <a:solidFill>
                        <a:srgbClr val="FABC00"/>
                      </a:solidFill>
                      <a:prstDash val="solid"/>
                    </a:lnL>
                    <a:lnR w="9525">
                      <a:solidFill>
                        <a:srgbClr val="FABC00"/>
                      </a:solidFill>
                      <a:prstDash val="solid"/>
                    </a:lnR>
                  </a:tcPr>
                </a:tc>
              </a:tr>
              <a:tr h="1278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BC00"/>
                      </a:solidFill>
                      <a:prstDash val="solid"/>
                    </a:lnL>
                    <a:lnR w="12700">
                      <a:solidFill>
                        <a:srgbClr val="FABC00"/>
                      </a:solidFill>
                      <a:prstDash val="solid"/>
                    </a:lnR>
                    <a:lnB w="9525">
                      <a:solidFill>
                        <a:srgbClr val="FAB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6720" indent="-342900">
                        <a:lnSpc>
                          <a:spcPct val="100000"/>
                        </a:lnSpc>
                        <a:spcBef>
                          <a:spcPts val="835"/>
                        </a:spcBef>
                        <a:buAutoNum type="arabicPeriod"/>
                        <a:tabLst>
                          <a:tab pos="426720" algn="l"/>
                        </a:tabLst>
                      </a:pPr>
                      <a:r>
                        <a:rPr dirty="0" sz="1600">
                          <a:latin typeface="Verdana"/>
                          <a:cs typeface="Verdana"/>
                        </a:rPr>
                        <a:t>Reduction</a:t>
                      </a:r>
                      <a:r>
                        <a:rPr dirty="0" sz="1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1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crop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damage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(30%</a:t>
                      </a:r>
                      <a:r>
                        <a:rPr dirty="0" sz="1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1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50%)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426720" indent="-342900">
                        <a:lnSpc>
                          <a:spcPct val="100000"/>
                        </a:lnSpc>
                        <a:buAutoNum type="arabicPeriod"/>
                        <a:tabLst>
                          <a:tab pos="426720" algn="l"/>
                          <a:tab pos="3679190" algn="l"/>
                        </a:tabLst>
                      </a:pPr>
                      <a:r>
                        <a:rPr dirty="0" sz="1600"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1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1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crop</a:t>
                      </a:r>
                      <a:r>
                        <a:rPr dirty="0" sz="1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yields</a:t>
                      </a:r>
                      <a:r>
                        <a:rPr dirty="0" sz="1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(20%</a:t>
                      </a:r>
                      <a:r>
                        <a:rPr dirty="0" sz="16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50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30%)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426720" indent="-342900">
                        <a:lnSpc>
                          <a:spcPct val="100000"/>
                        </a:lnSpc>
                        <a:buAutoNum type="arabicPeriod"/>
                        <a:tabLst>
                          <a:tab pos="426720" algn="l"/>
                        </a:tabLst>
                      </a:pPr>
                      <a:r>
                        <a:rPr dirty="0" sz="1600">
                          <a:latin typeface="Verdana"/>
                          <a:cs typeface="Verdana"/>
                        </a:rPr>
                        <a:t>Decrease</a:t>
                      </a:r>
                      <a:r>
                        <a:rPr dirty="0" sz="1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16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waterlogging</a:t>
                      </a:r>
                      <a:r>
                        <a:rPr dirty="0" sz="1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(90%</a:t>
                      </a:r>
                      <a:r>
                        <a:rPr dirty="0" sz="16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1600" spc="-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00" spc="-10">
                          <a:latin typeface="Verdana"/>
                          <a:cs typeface="Verdana"/>
                        </a:rPr>
                        <a:t>100%)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B="0" marT="106045">
                    <a:lnL w="12700">
                      <a:solidFill>
                        <a:srgbClr val="FABC00"/>
                      </a:solidFill>
                      <a:prstDash val="solid"/>
                    </a:lnL>
                    <a:lnR w="9525">
                      <a:solidFill>
                        <a:srgbClr val="FABC00"/>
                      </a:solidFill>
                      <a:prstDash val="solid"/>
                    </a:lnR>
                    <a:lnB w="9525">
                      <a:solidFill>
                        <a:srgbClr val="FAB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BC00"/>
                      </a:solidFill>
                      <a:prstDash val="solid"/>
                    </a:lnL>
                    <a:lnR w="9525">
                      <a:solidFill>
                        <a:srgbClr val="FABC00"/>
                      </a:solidFill>
                      <a:prstDash val="solid"/>
                    </a:lnR>
                    <a:lnB w="9525">
                      <a:solidFill>
                        <a:srgbClr val="FABC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5091" y="694944"/>
            <a:ext cx="2238755" cy="1476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EF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595" y="7630667"/>
            <a:ext cx="4181855" cy="265632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857499" cy="36423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0061" y="635488"/>
            <a:ext cx="10052050" cy="1215390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  <a:tabLst>
                <a:tab pos="2750820" algn="l"/>
                <a:tab pos="6298565" algn="l"/>
                <a:tab pos="7604759" algn="l"/>
              </a:tabLst>
            </a:pPr>
            <a:r>
              <a:rPr dirty="0" sz="3400" spc="-30">
                <a:solidFill>
                  <a:srgbClr val="095204"/>
                </a:solidFill>
              </a:rPr>
              <a:t>P</a:t>
            </a:r>
            <a:r>
              <a:rPr dirty="0" sz="3400" spc="-495">
                <a:solidFill>
                  <a:srgbClr val="095204"/>
                </a:solidFill>
              </a:rPr>
              <a:t> </a:t>
            </a:r>
            <a:r>
              <a:rPr dirty="0" sz="3400" spc="160">
                <a:solidFill>
                  <a:srgbClr val="095204"/>
                </a:solidFill>
              </a:rPr>
              <a:t>RO</a:t>
            </a:r>
            <a:r>
              <a:rPr dirty="0" sz="3400" spc="-330">
                <a:solidFill>
                  <a:srgbClr val="095204"/>
                </a:solidFill>
              </a:rPr>
              <a:t> </a:t>
            </a:r>
            <a:r>
              <a:rPr dirty="0" sz="3400" spc="-30">
                <a:solidFill>
                  <a:srgbClr val="095204"/>
                </a:solidFill>
              </a:rPr>
              <a:t>B</a:t>
            </a:r>
            <a:r>
              <a:rPr dirty="0" sz="3400" spc="-495">
                <a:solidFill>
                  <a:srgbClr val="095204"/>
                </a:solidFill>
              </a:rPr>
              <a:t> </a:t>
            </a:r>
            <a:r>
              <a:rPr dirty="0" sz="3400" spc="175">
                <a:solidFill>
                  <a:srgbClr val="095204"/>
                </a:solidFill>
              </a:rPr>
              <a:t>LE</a:t>
            </a:r>
            <a:r>
              <a:rPr dirty="0" sz="3400" spc="-495">
                <a:solidFill>
                  <a:srgbClr val="095204"/>
                </a:solidFill>
              </a:rPr>
              <a:t> </a:t>
            </a:r>
            <a:r>
              <a:rPr dirty="0" sz="3400" spc="-50">
                <a:solidFill>
                  <a:srgbClr val="095204"/>
                </a:solidFill>
              </a:rPr>
              <a:t>M</a:t>
            </a:r>
            <a:r>
              <a:rPr dirty="0" sz="3400">
                <a:solidFill>
                  <a:srgbClr val="095204"/>
                </a:solidFill>
              </a:rPr>
              <a:t>	</a:t>
            </a:r>
            <a:r>
              <a:rPr dirty="0" sz="3400" spc="-130">
                <a:solidFill>
                  <a:srgbClr val="095204"/>
                </a:solidFill>
              </a:rPr>
              <a:t>IN</a:t>
            </a:r>
            <a:r>
              <a:rPr dirty="0" sz="3400" spc="-575">
                <a:solidFill>
                  <a:srgbClr val="095204"/>
                </a:solidFill>
              </a:rPr>
              <a:t> </a:t>
            </a:r>
            <a:r>
              <a:rPr dirty="0" sz="3400" spc="-30">
                <a:solidFill>
                  <a:srgbClr val="095204"/>
                </a:solidFill>
              </a:rPr>
              <a:t>T</a:t>
            </a:r>
            <a:r>
              <a:rPr dirty="0" sz="3400" spc="-495">
                <a:solidFill>
                  <a:srgbClr val="095204"/>
                </a:solidFill>
              </a:rPr>
              <a:t> </a:t>
            </a:r>
            <a:r>
              <a:rPr dirty="0" sz="3400">
                <a:solidFill>
                  <a:srgbClr val="095204"/>
                </a:solidFill>
              </a:rPr>
              <a:t>E</a:t>
            </a:r>
            <a:r>
              <a:rPr dirty="0" sz="3400" spc="-484">
                <a:solidFill>
                  <a:srgbClr val="095204"/>
                </a:solidFill>
              </a:rPr>
              <a:t> </a:t>
            </a:r>
            <a:r>
              <a:rPr dirty="0" sz="3400" spc="150">
                <a:solidFill>
                  <a:srgbClr val="095204"/>
                </a:solidFill>
              </a:rPr>
              <a:t>RV</a:t>
            </a:r>
            <a:r>
              <a:rPr dirty="0" sz="3400" spc="-415">
                <a:solidFill>
                  <a:srgbClr val="095204"/>
                </a:solidFill>
              </a:rPr>
              <a:t> </a:t>
            </a:r>
            <a:r>
              <a:rPr dirty="0" sz="3400" spc="-114">
                <a:solidFill>
                  <a:srgbClr val="095204"/>
                </a:solidFill>
              </a:rPr>
              <a:t>IE</a:t>
            </a:r>
            <a:r>
              <a:rPr dirty="0" sz="3400" spc="-505">
                <a:solidFill>
                  <a:srgbClr val="095204"/>
                </a:solidFill>
              </a:rPr>
              <a:t> </a:t>
            </a:r>
            <a:r>
              <a:rPr dirty="0" sz="3400" spc="-40">
                <a:solidFill>
                  <a:srgbClr val="095204"/>
                </a:solidFill>
              </a:rPr>
              <a:t>W</a:t>
            </a:r>
            <a:r>
              <a:rPr dirty="0" sz="3400" spc="-235">
                <a:solidFill>
                  <a:srgbClr val="095204"/>
                </a:solidFill>
              </a:rPr>
              <a:t> </a:t>
            </a:r>
            <a:r>
              <a:rPr dirty="0" sz="3400" spc="-50">
                <a:solidFill>
                  <a:srgbClr val="095204"/>
                </a:solidFill>
              </a:rPr>
              <a:t>S</a:t>
            </a:r>
            <a:r>
              <a:rPr dirty="0" sz="3400">
                <a:solidFill>
                  <a:srgbClr val="095204"/>
                </a:solidFill>
              </a:rPr>
              <a:t>	A</a:t>
            </a:r>
            <a:r>
              <a:rPr dirty="0" sz="3400" spc="-455">
                <a:solidFill>
                  <a:srgbClr val="095204"/>
                </a:solidFill>
              </a:rPr>
              <a:t> </a:t>
            </a:r>
            <a:r>
              <a:rPr dirty="0" sz="3400" spc="155">
                <a:solidFill>
                  <a:srgbClr val="095204"/>
                </a:solidFill>
              </a:rPr>
              <a:t>ND</a:t>
            </a:r>
            <a:r>
              <a:rPr dirty="0" sz="3400">
                <a:solidFill>
                  <a:srgbClr val="095204"/>
                </a:solidFill>
              </a:rPr>
              <a:t>	S</a:t>
            </a:r>
            <a:r>
              <a:rPr dirty="0" sz="3400" spc="-320">
                <a:solidFill>
                  <a:srgbClr val="095204"/>
                </a:solidFill>
              </a:rPr>
              <a:t> </a:t>
            </a:r>
            <a:r>
              <a:rPr dirty="0" sz="3400" spc="-35">
                <a:solidFill>
                  <a:srgbClr val="095204"/>
                </a:solidFill>
              </a:rPr>
              <a:t>U</a:t>
            </a:r>
            <a:r>
              <a:rPr dirty="0" sz="3400" spc="-535">
                <a:solidFill>
                  <a:srgbClr val="095204"/>
                </a:solidFill>
              </a:rPr>
              <a:t> </a:t>
            </a:r>
            <a:r>
              <a:rPr dirty="0" sz="3400" spc="150">
                <a:solidFill>
                  <a:srgbClr val="095204"/>
                </a:solidFill>
              </a:rPr>
              <a:t>RV</a:t>
            </a:r>
            <a:r>
              <a:rPr dirty="0" sz="3400" spc="-430">
                <a:solidFill>
                  <a:srgbClr val="095204"/>
                </a:solidFill>
              </a:rPr>
              <a:t> </a:t>
            </a:r>
            <a:r>
              <a:rPr dirty="0" sz="3400">
                <a:solidFill>
                  <a:srgbClr val="095204"/>
                </a:solidFill>
              </a:rPr>
              <a:t>E</a:t>
            </a:r>
            <a:r>
              <a:rPr dirty="0" sz="3400" spc="-495">
                <a:solidFill>
                  <a:srgbClr val="095204"/>
                </a:solidFill>
              </a:rPr>
              <a:t> </a:t>
            </a:r>
            <a:r>
              <a:rPr dirty="0" sz="3400">
                <a:solidFill>
                  <a:srgbClr val="095204"/>
                </a:solidFill>
              </a:rPr>
              <a:t>Y</a:t>
            </a:r>
            <a:r>
              <a:rPr dirty="0" sz="3400" spc="-415">
                <a:solidFill>
                  <a:srgbClr val="095204"/>
                </a:solidFill>
              </a:rPr>
              <a:t> </a:t>
            </a:r>
            <a:r>
              <a:rPr dirty="0" sz="3400" spc="-50">
                <a:solidFill>
                  <a:srgbClr val="095204"/>
                </a:solidFill>
              </a:rPr>
              <a:t>S</a:t>
            </a:r>
            <a:endParaRPr sz="3400"/>
          </a:p>
          <a:p>
            <a:pPr algn="ctr" marR="160020">
              <a:lnSpc>
                <a:spcPct val="100000"/>
              </a:lnSpc>
              <a:spcBef>
                <a:spcPts val="605"/>
              </a:spcBef>
            </a:pPr>
            <a:r>
              <a:rPr dirty="0" sz="3400" spc="170">
                <a:solidFill>
                  <a:srgbClr val="095204"/>
                </a:solidFill>
              </a:rPr>
              <a:t>RE</a:t>
            </a:r>
            <a:r>
              <a:rPr dirty="0" sz="3400" spc="-495">
                <a:solidFill>
                  <a:srgbClr val="095204"/>
                </a:solidFill>
              </a:rPr>
              <a:t> </a:t>
            </a:r>
            <a:r>
              <a:rPr dirty="0" sz="3400">
                <a:solidFill>
                  <a:srgbClr val="095204"/>
                </a:solidFill>
              </a:rPr>
              <a:t>S</a:t>
            </a:r>
            <a:r>
              <a:rPr dirty="0" sz="3400" spc="-295">
                <a:solidFill>
                  <a:srgbClr val="095204"/>
                </a:solidFill>
              </a:rPr>
              <a:t> </a:t>
            </a:r>
            <a:r>
              <a:rPr dirty="0" sz="3400" spc="-35">
                <a:solidFill>
                  <a:srgbClr val="095204"/>
                </a:solidFill>
              </a:rPr>
              <a:t>U</a:t>
            </a:r>
            <a:r>
              <a:rPr dirty="0" sz="3400" spc="-530">
                <a:solidFill>
                  <a:srgbClr val="095204"/>
                </a:solidFill>
              </a:rPr>
              <a:t> </a:t>
            </a:r>
            <a:r>
              <a:rPr dirty="0" sz="3400" spc="165">
                <a:solidFill>
                  <a:srgbClr val="095204"/>
                </a:solidFill>
              </a:rPr>
              <a:t>LT</a:t>
            </a:r>
            <a:r>
              <a:rPr dirty="0" sz="3400" spc="-480">
                <a:solidFill>
                  <a:srgbClr val="095204"/>
                </a:solidFill>
              </a:rPr>
              <a:t> </a:t>
            </a:r>
            <a:r>
              <a:rPr dirty="0" sz="3400" spc="-50">
                <a:solidFill>
                  <a:srgbClr val="095204"/>
                </a:solidFill>
              </a:rPr>
              <a:t>S</a:t>
            </a:r>
            <a:endParaRPr sz="3400"/>
          </a:p>
        </p:txBody>
      </p:sp>
      <p:sp>
        <p:nvSpPr>
          <p:cNvPr id="6" name="object 6" descr=""/>
          <p:cNvSpPr txBox="1"/>
          <p:nvPr/>
        </p:nvSpPr>
        <p:spPr>
          <a:xfrm>
            <a:off x="1005027" y="2835351"/>
            <a:ext cx="14355444" cy="4503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105"/>
              </a:spcBef>
              <a:buSzPct val="84482"/>
              <a:buFont typeface="Tahoma"/>
              <a:buChar char="•"/>
              <a:tabLst>
                <a:tab pos="223520" algn="l"/>
                <a:tab pos="1534795" algn="l"/>
                <a:tab pos="3051175" algn="l"/>
                <a:tab pos="6131560" algn="l"/>
                <a:tab pos="7090409" algn="l"/>
                <a:tab pos="11098530" algn="l"/>
                <a:tab pos="12837795" algn="l"/>
              </a:tabLst>
            </a:pP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M</a:t>
            </a:r>
            <a:r>
              <a:rPr dirty="0" sz="290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C</a:t>
            </a:r>
            <a:r>
              <a:rPr dirty="0" sz="2900" spc="-1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2900" spc="-4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9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spc="-3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290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30" b="1">
                <a:solidFill>
                  <a:srgbClr val="095204"/>
                </a:solidFill>
                <a:latin typeface="Tahoma"/>
                <a:cs typeface="Tahoma"/>
              </a:rPr>
              <a:t>RS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D</a:t>
            </a:r>
            <a:r>
              <a:rPr dirty="0" sz="2900" spc="-5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35" b="1">
                <a:solidFill>
                  <a:srgbClr val="095204"/>
                </a:solidFill>
                <a:latin typeface="Tahoma"/>
                <a:cs typeface="Tahoma"/>
              </a:rPr>
              <a:t>ID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2900" spc="-34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U</a:t>
            </a:r>
            <a:r>
              <a:rPr dirty="0" sz="2900" spc="-4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85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2900" spc="-48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spc="-3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3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45" b="1">
                <a:solidFill>
                  <a:srgbClr val="095204"/>
                </a:solidFill>
                <a:latin typeface="Tahoma"/>
                <a:cs typeface="Tahoma"/>
              </a:rPr>
              <a:t>RV</a:t>
            </a:r>
            <a:r>
              <a:rPr dirty="0" sz="2900" spc="-3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85" b="1">
                <a:solidFill>
                  <a:srgbClr val="095204"/>
                </a:solidFill>
                <a:latin typeface="Tahoma"/>
                <a:cs typeface="Tahoma"/>
              </a:rPr>
              <a:t>IE</a:t>
            </a:r>
            <a:r>
              <a:rPr dirty="0" sz="2900" spc="-4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spc="-1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?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A</a:t>
            </a:r>
            <a:r>
              <a:rPr dirty="0" sz="2900" spc="-3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2900" spc="-43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V</a:t>
            </a:r>
            <a:r>
              <a:rPr dirty="0" sz="2900" spc="-3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3</a:t>
            </a:r>
            <a:r>
              <a:rPr dirty="0" sz="2900" spc="-3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0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Clr>
                <a:srgbClr val="095204"/>
              </a:buClr>
              <a:buFont typeface="Tahoma"/>
              <a:buChar char="•"/>
            </a:pPr>
            <a:endParaRPr sz="2900">
              <a:latin typeface="Tahoma"/>
              <a:cs typeface="Tahoma"/>
            </a:endParaRPr>
          </a:p>
          <a:p>
            <a:pPr marL="223520" indent="-210820">
              <a:lnSpc>
                <a:spcPct val="100000"/>
              </a:lnSpc>
              <a:buSzPct val="84482"/>
              <a:buFont typeface="Tahoma"/>
              <a:buChar char="•"/>
              <a:tabLst>
                <a:tab pos="223520" algn="l"/>
                <a:tab pos="1781810" algn="l"/>
                <a:tab pos="3030220" algn="l"/>
                <a:tab pos="4087495" algn="l"/>
                <a:tab pos="6837045" algn="l"/>
                <a:tab pos="8614410" algn="l"/>
              </a:tabLst>
            </a:pP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spc="-1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W</a:t>
            </a:r>
            <a:r>
              <a:rPr dirty="0" sz="2900" spc="-1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T</a:t>
            </a:r>
            <a:r>
              <a:rPr dirty="0" sz="2900" spc="-3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85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spc="-3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45" b="1">
                <a:solidFill>
                  <a:srgbClr val="095204"/>
                </a:solidFill>
                <a:latin typeface="Tahoma"/>
                <a:cs typeface="Tahoma"/>
              </a:rPr>
              <a:t>RV</a:t>
            </a:r>
            <a:r>
              <a:rPr dirty="0" sz="2900" spc="-3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100" b="1">
                <a:solidFill>
                  <a:srgbClr val="095204"/>
                </a:solidFill>
                <a:latin typeface="Tahoma"/>
                <a:cs typeface="Tahoma"/>
              </a:rPr>
              <a:t>IE</a:t>
            </a:r>
            <a:r>
              <a:rPr dirty="0" sz="2900" spc="-4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M</a:t>
            </a:r>
            <a:r>
              <a:rPr dirty="0" sz="2900" spc="-3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40" b="1">
                <a:solidFill>
                  <a:srgbClr val="095204"/>
                </a:solidFill>
                <a:latin typeface="Tahoma"/>
                <a:cs typeface="Tahoma"/>
              </a:rPr>
              <a:t>DE</a:t>
            </a:r>
            <a:r>
              <a:rPr dirty="0" sz="2900" spc="-4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?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L</a:t>
            </a:r>
            <a:r>
              <a:rPr dirty="0" sz="2900" spc="-49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90" b="1">
                <a:solidFill>
                  <a:srgbClr val="095204"/>
                </a:solidFill>
                <a:latin typeface="Tahoma"/>
                <a:cs typeface="Tahoma"/>
              </a:rPr>
              <a:t>IN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095204"/>
              </a:buClr>
              <a:buFont typeface="Tahoma"/>
              <a:buChar char="•"/>
            </a:pPr>
            <a:endParaRPr sz="2900">
              <a:latin typeface="Tahoma"/>
              <a:cs typeface="Tahoma"/>
            </a:endParaRPr>
          </a:p>
          <a:p>
            <a:pPr marL="177165" marR="5080" indent="-165100">
              <a:lnSpc>
                <a:spcPct val="115900"/>
              </a:lnSpc>
              <a:buSzPct val="84482"/>
              <a:buFont typeface="Tahoma"/>
              <a:buChar char="•"/>
              <a:tabLst>
                <a:tab pos="177165" algn="l"/>
                <a:tab pos="221615" algn="l"/>
                <a:tab pos="1534795" algn="l"/>
                <a:tab pos="2980055" algn="l"/>
                <a:tab pos="3051175" algn="l"/>
                <a:tab pos="3841115" algn="l"/>
                <a:tab pos="5296535" algn="l"/>
                <a:tab pos="7003415" algn="l"/>
                <a:tab pos="8245475" algn="l"/>
                <a:tab pos="11089640" algn="l"/>
                <a:tab pos="12217400" algn="l"/>
                <a:tab pos="14089380" algn="l"/>
              </a:tabLst>
            </a:pPr>
            <a:r>
              <a:rPr dirty="0" sz="2900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M</a:t>
            </a:r>
            <a:r>
              <a:rPr dirty="0" sz="2900" spc="-3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	O</a:t>
            </a:r>
            <a:r>
              <a:rPr dirty="0" sz="2900" spc="-2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T</a:t>
            </a:r>
            <a:r>
              <a:rPr dirty="0" sz="2900" spc="-3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A</a:t>
            </a:r>
            <a:r>
              <a:rPr dirty="0" sz="2900" spc="-3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G</a:t>
            </a:r>
            <a:r>
              <a:rPr dirty="0" sz="2900" spc="-21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50" b="1">
                <a:solidFill>
                  <a:srgbClr val="095204"/>
                </a:solidFill>
                <a:latin typeface="Tahoma"/>
                <a:cs typeface="Tahoma"/>
              </a:rPr>
              <a:t>RE</a:t>
            </a:r>
            <a:r>
              <a:rPr dirty="0" sz="2900" spc="-4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T</a:t>
            </a:r>
            <a:r>
              <a:rPr dirty="0" sz="2900" spc="-40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IS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85" b="1">
                <a:solidFill>
                  <a:srgbClr val="095204"/>
                </a:solidFill>
                <a:latin typeface="Tahoma"/>
                <a:cs typeface="Tahoma"/>
              </a:rPr>
              <a:t>IS</a:t>
            </a:r>
            <a:r>
              <a:rPr dirty="0" sz="2900" spc="-24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P</a:t>
            </a:r>
            <a:r>
              <a:rPr dirty="0" sz="2900" spc="-43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60" b="1">
                <a:solidFill>
                  <a:srgbClr val="095204"/>
                </a:solidFill>
                <a:latin typeface="Tahoma"/>
                <a:cs typeface="Tahoma"/>
              </a:rPr>
              <a:t>RO</a:t>
            </a:r>
            <a:r>
              <a:rPr dirty="0" sz="2900" spc="-2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B</a:t>
            </a:r>
            <a:r>
              <a:rPr dirty="0" sz="2900" spc="-4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75" b="1">
                <a:solidFill>
                  <a:srgbClr val="095204"/>
                </a:solidFill>
                <a:latin typeface="Tahoma"/>
                <a:cs typeface="Tahoma"/>
              </a:rPr>
              <a:t>LE</a:t>
            </a:r>
            <a:r>
              <a:rPr dirty="0" sz="2900" spc="-40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A</a:t>
            </a:r>
            <a:r>
              <a:rPr dirty="0" sz="2900" spc="-3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W</a:t>
            </a:r>
            <a:r>
              <a:rPr dirty="0" sz="2900" spc="-18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spc="-39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A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900" spc="-2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60" b="1">
                <a:solidFill>
                  <a:srgbClr val="095204"/>
                </a:solidFill>
                <a:latin typeface="Tahoma"/>
                <a:cs typeface="Tahoma"/>
              </a:rPr>
              <a:t>LU</a:t>
            </a:r>
            <a:r>
              <a:rPr dirty="0" sz="2900" spc="-4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spc="-3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105" b="1">
                <a:solidFill>
                  <a:srgbClr val="095204"/>
                </a:solidFill>
                <a:latin typeface="Tahoma"/>
                <a:cs typeface="Tahoma"/>
              </a:rPr>
              <a:t>IO</a:t>
            </a:r>
            <a:r>
              <a:rPr dirty="0" sz="2900" spc="-2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8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?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120" b="1">
                <a:solidFill>
                  <a:srgbClr val="095204"/>
                </a:solidFill>
                <a:latin typeface="Tahoma"/>
                <a:cs typeface="Tahoma"/>
              </a:rPr>
              <a:t>77</a:t>
            </a:r>
            <a:r>
              <a:rPr dirty="0" sz="2900" spc="-5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%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buClr>
                <a:srgbClr val="095204"/>
              </a:buClr>
              <a:buFont typeface="Tahoma"/>
              <a:buChar char="•"/>
            </a:pPr>
            <a:endParaRPr sz="2900">
              <a:latin typeface="Tahoma"/>
              <a:cs typeface="Tahoma"/>
            </a:endParaRPr>
          </a:p>
          <a:p>
            <a:pPr marL="177165" marR="2147570" indent="-165100">
              <a:lnSpc>
                <a:spcPct val="116199"/>
              </a:lnSpc>
              <a:buSzPct val="84482"/>
              <a:buFont typeface="Tahoma"/>
              <a:buChar char="•"/>
              <a:tabLst>
                <a:tab pos="177165" algn="l"/>
                <a:tab pos="221615" algn="l"/>
                <a:tab pos="1534795" algn="l"/>
                <a:tab pos="2980055" algn="l"/>
                <a:tab pos="3051175" algn="l"/>
                <a:tab pos="3841115" algn="l"/>
                <a:tab pos="5296535" algn="l"/>
                <a:tab pos="6561455" algn="l"/>
                <a:tab pos="7931784" algn="l"/>
                <a:tab pos="10735945" algn="l"/>
                <a:tab pos="11205210" algn="l"/>
              </a:tabLst>
            </a:pPr>
            <a:r>
              <a:rPr dirty="0" sz="2900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W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M</a:t>
            </a:r>
            <a:r>
              <a:rPr dirty="0" sz="2900" spc="-3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	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F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T</a:t>
            </a:r>
            <a:r>
              <a:rPr dirty="0" sz="2900" spc="-3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M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S</a:t>
            </a:r>
            <a:r>
              <a:rPr dirty="0" sz="2900" spc="-2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spc="-3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ID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T</a:t>
            </a:r>
            <a:r>
              <a:rPr dirty="0" sz="2900" spc="-3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H</a:t>
            </a:r>
            <a:r>
              <a:rPr dirty="0" sz="2900" spc="-45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Y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140" b="1">
                <a:solidFill>
                  <a:srgbClr val="095204"/>
                </a:solidFill>
                <a:latin typeface="Tahoma"/>
                <a:cs typeface="Tahoma"/>
              </a:rPr>
              <a:t>DO</a:t>
            </a:r>
            <a:r>
              <a:rPr dirty="0" sz="2900" spc="-2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65" b="1">
                <a:solidFill>
                  <a:srgbClr val="095204"/>
                </a:solidFill>
                <a:latin typeface="Tahoma"/>
                <a:cs typeface="Tahoma"/>
              </a:rPr>
              <a:t>'T</a:t>
            </a:r>
            <a:r>
              <a:rPr dirty="0" sz="2900" spc="-3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7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A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N</a:t>
            </a:r>
            <a:r>
              <a:rPr dirty="0" sz="2900" spc="-47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095204"/>
                </a:solidFill>
                <a:latin typeface="Tahoma"/>
                <a:cs typeface="Tahoma"/>
              </a:rPr>
              <a:t>E</a:t>
            </a:r>
            <a:r>
              <a:rPr dirty="0" sz="2900" spc="-41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W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S</a:t>
            </a:r>
            <a:r>
              <a:rPr dirty="0" sz="2900" spc="-25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095204"/>
                </a:solidFill>
                <a:latin typeface="Tahoma"/>
                <a:cs typeface="Tahoma"/>
              </a:rPr>
              <a:t>O</a:t>
            </a:r>
            <a:r>
              <a:rPr dirty="0" sz="2900" spc="-26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160" b="1">
                <a:solidFill>
                  <a:srgbClr val="095204"/>
                </a:solidFill>
                <a:latin typeface="Tahoma"/>
                <a:cs typeface="Tahoma"/>
              </a:rPr>
              <a:t>LU</a:t>
            </a:r>
            <a:r>
              <a:rPr dirty="0" sz="2900" spc="-42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T</a:t>
            </a:r>
            <a:r>
              <a:rPr dirty="0" sz="2900" spc="-385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105" b="1">
                <a:solidFill>
                  <a:srgbClr val="095204"/>
                </a:solidFill>
                <a:latin typeface="Tahoma"/>
                <a:cs typeface="Tahoma"/>
              </a:rPr>
              <a:t>IO</a:t>
            </a:r>
            <a:r>
              <a:rPr dirty="0" sz="2900" spc="-26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N</a:t>
            </a:r>
            <a:r>
              <a:rPr dirty="0" sz="2900" spc="-484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?</a:t>
            </a:r>
            <a:r>
              <a:rPr dirty="0" sz="2900" b="1">
                <a:solidFill>
                  <a:srgbClr val="095204"/>
                </a:solidFill>
                <a:latin typeface="Tahoma"/>
                <a:cs typeface="Tahoma"/>
              </a:rPr>
              <a:t>	</a:t>
            </a:r>
            <a:r>
              <a:rPr dirty="0" sz="2900" spc="-90" b="1">
                <a:solidFill>
                  <a:srgbClr val="095204"/>
                </a:solidFill>
                <a:latin typeface="Tahoma"/>
                <a:cs typeface="Tahoma"/>
              </a:rPr>
              <a:t>10</a:t>
            </a:r>
            <a:r>
              <a:rPr dirty="0" sz="2900" spc="-320" b="1">
                <a:solidFill>
                  <a:srgbClr val="095204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095204"/>
                </a:solidFill>
                <a:latin typeface="Tahoma"/>
                <a:cs typeface="Tahoma"/>
              </a:rPr>
              <a:t>%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233404" y="-2"/>
            <a:ext cx="7054850" cy="10240010"/>
            <a:chOff x="11233404" y="-2"/>
            <a:chExt cx="7054850" cy="1024001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33404" y="-2"/>
              <a:ext cx="7054596" cy="1023975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95092" y="233172"/>
              <a:ext cx="2238755" cy="14767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48900"/>
          </a:xfrm>
          <a:custGeom>
            <a:avLst/>
            <a:gdLst/>
            <a:ahLst/>
            <a:cxnLst/>
            <a:rect l="l" t="t" r="r" b="b"/>
            <a:pathLst>
              <a:path w="18288000" h="10248900">
                <a:moveTo>
                  <a:pt x="0" y="10248898"/>
                </a:moveTo>
                <a:lnTo>
                  <a:pt x="18288000" y="10248898"/>
                </a:lnTo>
                <a:lnTo>
                  <a:pt x="18288000" y="0"/>
                </a:lnTo>
                <a:lnTo>
                  <a:pt x="0" y="0"/>
                </a:lnTo>
                <a:lnTo>
                  <a:pt x="0" y="10248898"/>
                </a:lnTo>
                <a:close/>
              </a:path>
            </a:pathLst>
          </a:custGeom>
          <a:solidFill>
            <a:srgbClr val="09520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6986014"/>
            <a:ext cx="4497324" cy="330098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2184633" y="0"/>
            <a:ext cx="6103620" cy="7285990"/>
            <a:chOff x="12184633" y="0"/>
            <a:chExt cx="6103620" cy="728599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19503" y="0"/>
              <a:ext cx="3968496" cy="349910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2197333" y="1791461"/>
              <a:ext cx="5481955" cy="5481955"/>
            </a:xfrm>
            <a:custGeom>
              <a:avLst/>
              <a:gdLst/>
              <a:ahLst/>
              <a:cxnLst/>
              <a:rect l="l" t="t" r="r" b="b"/>
              <a:pathLst>
                <a:path w="5481955" h="5481955">
                  <a:moveTo>
                    <a:pt x="2740914" y="0"/>
                  </a:moveTo>
                  <a:lnTo>
                    <a:pt x="2692702" y="415"/>
                  </a:lnTo>
                  <a:lnTo>
                    <a:pt x="2644692" y="1657"/>
                  </a:lnTo>
                  <a:lnTo>
                    <a:pt x="2596890" y="3719"/>
                  </a:lnTo>
                  <a:lnTo>
                    <a:pt x="2549302" y="6594"/>
                  </a:lnTo>
                  <a:lnTo>
                    <a:pt x="2501937" y="10274"/>
                  </a:lnTo>
                  <a:lnTo>
                    <a:pt x="2454800" y="14755"/>
                  </a:lnTo>
                  <a:lnTo>
                    <a:pt x="2407899" y="20027"/>
                  </a:lnTo>
                  <a:lnTo>
                    <a:pt x="2361239" y="26086"/>
                  </a:lnTo>
                  <a:lnTo>
                    <a:pt x="2314829" y="32923"/>
                  </a:lnTo>
                  <a:lnTo>
                    <a:pt x="2268674" y="40533"/>
                  </a:lnTo>
                  <a:lnTo>
                    <a:pt x="2222782" y="48908"/>
                  </a:lnTo>
                  <a:lnTo>
                    <a:pt x="2177159" y="58041"/>
                  </a:lnTo>
                  <a:lnTo>
                    <a:pt x="2131812" y="67927"/>
                  </a:lnTo>
                  <a:lnTo>
                    <a:pt x="2086748" y="78557"/>
                  </a:lnTo>
                  <a:lnTo>
                    <a:pt x="2041973" y="89925"/>
                  </a:lnTo>
                  <a:lnTo>
                    <a:pt x="1997495" y="102025"/>
                  </a:lnTo>
                  <a:lnTo>
                    <a:pt x="1953321" y="114850"/>
                  </a:lnTo>
                  <a:lnTo>
                    <a:pt x="1909456" y="128392"/>
                  </a:lnTo>
                  <a:lnTo>
                    <a:pt x="1865909" y="142645"/>
                  </a:lnTo>
                  <a:lnTo>
                    <a:pt x="1822685" y="157603"/>
                  </a:lnTo>
                  <a:lnTo>
                    <a:pt x="1779791" y="173258"/>
                  </a:lnTo>
                  <a:lnTo>
                    <a:pt x="1737235" y="189603"/>
                  </a:lnTo>
                  <a:lnTo>
                    <a:pt x="1695023" y="206632"/>
                  </a:lnTo>
                  <a:lnTo>
                    <a:pt x="1653162" y="224339"/>
                  </a:lnTo>
                  <a:lnTo>
                    <a:pt x="1611658" y="242715"/>
                  </a:lnTo>
                  <a:lnTo>
                    <a:pt x="1570519" y="261755"/>
                  </a:lnTo>
                  <a:lnTo>
                    <a:pt x="1529751" y="281452"/>
                  </a:lnTo>
                  <a:lnTo>
                    <a:pt x="1489361" y="301798"/>
                  </a:lnTo>
                  <a:lnTo>
                    <a:pt x="1449356" y="322788"/>
                  </a:lnTo>
                  <a:lnTo>
                    <a:pt x="1409742" y="344414"/>
                  </a:lnTo>
                  <a:lnTo>
                    <a:pt x="1370527" y="366669"/>
                  </a:lnTo>
                  <a:lnTo>
                    <a:pt x="1331717" y="389547"/>
                  </a:lnTo>
                  <a:lnTo>
                    <a:pt x="1293319" y="413041"/>
                  </a:lnTo>
                  <a:lnTo>
                    <a:pt x="1255340" y="437144"/>
                  </a:lnTo>
                  <a:lnTo>
                    <a:pt x="1217786" y="461849"/>
                  </a:lnTo>
                  <a:lnTo>
                    <a:pt x="1180665" y="487149"/>
                  </a:lnTo>
                  <a:lnTo>
                    <a:pt x="1143983" y="513039"/>
                  </a:lnTo>
                  <a:lnTo>
                    <a:pt x="1107747" y="539510"/>
                  </a:lnTo>
                  <a:lnTo>
                    <a:pt x="1071964" y="566556"/>
                  </a:lnTo>
                  <a:lnTo>
                    <a:pt x="1036641" y="594171"/>
                  </a:lnTo>
                  <a:lnTo>
                    <a:pt x="1001783" y="622347"/>
                  </a:lnTo>
                  <a:lnTo>
                    <a:pt x="967399" y="651077"/>
                  </a:lnTo>
                  <a:lnTo>
                    <a:pt x="933495" y="680356"/>
                  </a:lnTo>
                  <a:lnTo>
                    <a:pt x="900078" y="710176"/>
                  </a:lnTo>
                  <a:lnTo>
                    <a:pt x="867154" y="740530"/>
                  </a:lnTo>
                  <a:lnTo>
                    <a:pt x="834730" y="771412"/>
                  </a:lnTo>
                  <a:lnTo>
                    <a:pt x="802814" y="802814"/>
                  </a:lnTo>
                  <a:lnTo>
                    <a:pt x="771412" y="834730"/>
                  </a:lnTo>
                  <a:lnTo>
                    <a:pt x="740530" y="867154"/>
                  </a:lnTo>
                  <a:lnTo>
                    <a:pt x="710176" y="900078"/>
                  </a:lnTo>
                  <a:lnTo>
                    <a:pt x="680356" y="933495"/>
                  </a:lnTo>
                  <a:lnTo>
                    <a:pt x="651077" y="967399"/>
                  </a:lnTo>
                  <a:lnTo>
                    <a:pt x="622347" y="1001783"/>
                  </a:lnTo>
                  <a:lnTo>
                    <a:pt x="594171" y="1036641"/>
                  </a:lnTo>
                  <a:lnTo>
                    <a:pt x="566556" y="1071964"/>
                  </a:lnTo>
                  <a:lnTo>
                    <a:pt x="539510" y="1107747"/>
                  </a:lnTo>
                  <a:lnTo>
                    <a:pt x="513039" y="1143983"/>
                  </a:lnTo>
                  <a:lnTo>
                    <a:pt x="487149" y="1180665"/>
                  </a:lnTo>
                  <a:lnTo>
                    <a:pt x="461849" y="1217786"/>
                  </a:lnTo>
                  <a:lnTo>
                    <a:pt x="437144" y="1255340"/>
                  </a:lnTo>
                  <a:lnTo>
                    <a:pt x="413041" y="1293319"/>
                  </a:lnTo>
                  <a:lnTo>
                    <a:pt x="389547" y="1331717"/>
                  </a:lnTo>
                  <a:lnTo>
                    <a:pt x="366669" y="1370527"/>
                  </a:lnTo>
                  <a:lnTo>
                    <a:pt x="344414" y="1409742"/>
                  </a:lnTo>
                  <a:lnTo>
                    <a:pt x="322788" y="1449356"/>
                  </a:lnTo>
                  <a:lnTo>
                    <a:pt x="301798" y="1489361"/>
                  </a:lnTo>
                  <a:lnTo>
                    <a:pt x="281452" y="1529751"/>
                  </a:lnTo>
                  <a:lnTo>
                    <a:pt x="261755" y="1570519"/>
                  </a:lnTo>
                  <a:lnTo>
                    <a:pt x="242715" y="1611658"/>
                  </a:lnTo>
                  <a:lnTo>
                    <a:pt x="224339" y="1653162"/>
                  </a:lnTo>
                  <a:lnTo>
                    <a:pt x="206632" y="1695023"/>
                  </a:lnTo>
                  <a:lnTo>
                    <a:pt x="189603" y="1737235"/>
                  </a:lnTo>
                  <a:lnTo>
                    <a:pt x="173258" y="1779791"/>
                  </a:lnTo>
                  <a:lnTo>
                    <a:pt x="157603" y="1822685"/>
                  </a:lnTo>
                  <a:lnTo>
                    <a:pt x="142645" y="1865909"/>
                  </a:lnTo>
                  <a:lnTo>
                    <a:pt x="128392" y="1909456"/>
                  </a:lnTo>
                  <a:lnTo>
                    <a:pt x="114850" y="1953321"/>
                  </a:lnTo>
                  <a:lnTo>
                    <a:pt x="102025" y="1997495"/>
                  </a:lnTo>
                  <a:lnTo>
                    <a:pt x="89925" y="2041973"/>
                  </a:lnTo>
                  <a:lnTo>
                    <a:pt x="78557" y="2086748"/>
                  </a:lnTo>
                  <a:lnTo>
                    <a:pt x="67927" y="2131812"/>
                  </a:lnTo>
                  <a:lnTo>
                    <a:pt x="58041" y="2177159"/>
                  </a:lnTo>
                  <a:lnTo>
                    <a:pt x="48908" y="2222782"/>
                  </a:lnTo>
                  <a:lnTo>
                    <a:pt x="40533" y="2268674"/>
                  </a:lnTo>
                  <a:lnTo>
                    <a:pt x="32923" y="2314829"/>
                  </a:lnTo>
                  <a:lnTo>
                    <a:pt x="26086" y="2361239"/>
                  </a:lnTo>
                  <a:lnTo>
                    <a:pt x="20027" y="2407899"/>
                  </a:lnTo>
                  <a:lnTo>
                    <a:pt x="14755" y="2454800"/>
                  </a:lnTo>
                  <a:lnTo>
                    <a:pt x="10274" y="2501937"/>
                  </a:lnTo>
                  <a:lnTo>
                    <a:pt x="6594" y="2549302"/>
                  </a:lnTo>
                  <a:lnTo>
                    <a:pt x="3719" y="2596890"/>
                  </a:lnTo>
                  <a:lnTo>
                    <a:pt x="1657" y="2644692"/>
                  </a:lnTo>
                  <a:lnTo>
                    <a:pt x="415" y="2692702"/>
                  </a:lnTo>
                  <a:lnTo>
                    <a:pt x="0" y="2740914"/>
                  </a:lnTo>
                  <a:lnTo>
                    <a:pt x="415" y="2789125"/>
                  </a:lnTo>
                  <a:lnTo>
                    <a:pt x="1657" y="2837135"/>
                  </a:lnTo>
                  <a:lnTo>
                    <a:pt x="3719" y="2884937"/>
                  </a:lnTo>
                  <a:lnTo>
                    <a:pt x="6594" y="2932525"/>
                  </a:lnTo>
                  <a:lnTo>
                    <a:pt x="10274" y="2979890"/>
                  </a:lnTo>
                  <a:lnTo>
                    <a:pt x="14755" y="3027027"/>
                  </a:lnTo>
                  <a:lnTo>
                    <a:pt x="20027" y="3073928"/>
                  </a:lnTo>
                  <a:lnTo>
                    <a:pt x="26086" y="3120588"/>
                  </a:lnTo>
                  <a:lnTo>
                    <a:pt x="32923" y="3166998"/>
                  </a:lnTo>
                  <a:lnTo>
                    <a:pt x="40533" y="3213153"/>
                  </a:lnTo>
                  <a:lnTo>
                    <a:pt x="48908" y="3259045"/>
                  </a:lnTo>
                  <a:lnTo>
                    <a:pt x="58041" y="3304668"/>
                  </a:lnTo>
                  <a:lnTo>
                    <a:pt x="67927" y="3350015"/>
                  </a:lnTo>
                  <a:lnTo>
                    <a:pt x="78557" y="3395079"/>
                  </a:lnTo>
                  <a:lnTo>
                    <a:pt x="89925" y="3439854"/>
                  </a:lnTo>
                  <a:lnTo>
                    <a:pt x="102025" y="3484332"/>
                  </a:lnTo>
                  <a:lnTo>
                    <a:pt x="114850" y="3528506"/>
                  </a:lnTo>
                  <a:lnTo>
                    <a:pt x="128392" y="3572371"/>
                  </a:lnTo>
                  <a:lnTo>
                    <a:pt x="142645" y="3615918"/>
                  </a:lnTo>
                  <a:lnTo>
                    <a:pt x="157603" y="3659142"/>
                  </a:lnTo>
                  <a:lnTo>
                    <a:pt x="173258" y="3702036"/>
                  </a:lnTo>
                  <a:lnTo>
                    <a:pt x="189603" y="3744592"/>
                  </a:lnTo>
                  <a:lnTo>
                    <a:pt x="206632" y="3786804"/>
                  </a:lnTo>
                  <a:lnTo>
                    <a:pt x="224339" y="3828665"/>
                  </a:lnTo>
                  <a:lnTo>
                    <a:pt x="242715" y="3870169"/>
                  </a:lnTo>
                  <a:lnTo>
                    <a:pt x="261755" y="3911308"/>
                  </a:lnTo>
                  <a:lnTo>
                    <a:pt x="281452" y="3952076"/>
                  </a:lnTo>
                  <a:lnTo>
                    <a:pt x="301798" y="3992466"/>
                  </a:lnTo>
                  <a:lnTo>
                    <a:pt x="322788" y="4032471"/>
                  </a:lnTo>
                  <a:lnTo>
                    <a:pt x="344414" y="4072085"/>
                  </a:lnTo>
                  <a:lnTo>
                    <a:pt x="366669" y="4111300"/>
                  </a:lnTo>
                  <a:lnTo>
                    <a:pt x="389547" y="4150110"/>
                  </a:lnTo>
                  <a:lnTo>
                    <a:pt x="413041" y="4188508"/>
                  </a:lnTo>
                  <a:lnTo>
                    <a:pt x="437144" y="4226487"/>
                  </a:lnTo>
                  <a:lnTo>
                    <a:pt x="461849" y="4264041"/>
                  </a:lnTo>
                  <a:lnTo>
                    <a:pt x="487149" y="4301162"/>
                  </a:lnTo>
                  <a:lnTo>
                    <a:pt x="513039" y="4337844"/>
                  </a:lnTo>
                  <a:lnTo>
                    <a:pt x="539510" y="4374080"/>
                  </a:lnTo>
                  <a:lnTo>
                    <a:pt x="566556" y="4409863"/>
                  </a:lnTo>
                  <a:lnTo>
                    <a:pt x="594171" y="4445186"/>
                  </a:lnTo>
                  <a:lnTo>
                    <a:pt x="622347" y="4480044"/>
                  </a:lnTo>
                  <a:lnTo>
                    <a:pt x="651077" y="4514428"/>
                  </a:lnTo>
                  <a:lnTo>
                    <a:pt x="680356" y="4548332"/>
                  </a:lnTo>
                  <a:lnTo>
                    <a:pt x="710176" y="4581749"/>
                  </a:lnTo>
                  <a:lnTo>
                    <a:pt x="740530" y="4614673"/>
                  </a:lnTo>
                  <a:lnTo>
                    <a:pt x="771412" y="4647097"/>
                  </a:lnTo>
                  <a:lnTo>
                    <a:pt x="802814" y="4679013"/>
                  </a:lnTo>
                  <a:lnTo>
                    <a:pt x="834730" y="4710415"/>
                  </a:lnTo>
                  <a:lnTo>
                    <a:pt x="867154" y="4741297"/>
                  </a:lnTo>
                  <a:lnTo>
                    <a:pt x="900078" y="4771651"/>
                  </a:lnTo>
                  <a:lnTo>
                    <a:pt x="933495" y="4801471"/>
                  </a:lnTo>
                  <a:lnTo>
                    <a:pt x="967399" y="4830750"/>
                  </a:lnTo>
                  <a:lnTo>
                    <a:pt x="1001783" y="4859480"/>
                  </a:lnTo>
                  <a:lnTo>
                    <a:pt x="1036641" y="4887656"/>
                  </a:lnTo>
                  <a:lnTo>
                    <a:pt x="1071964" y="4915271"/>
                  </a:lnTo>
                  <a:lnTo>
                    <a:pt x="1107747" y="4942317"/>
                  </a:lnTo>
                  <a:lnTo>
                    <a:pt x="1143983" y="4968788"/>
                  </a:lnTo>
                  <a:lnTo>
                    <a:pt x="1180665" y="4994678"/>
                  </a:lnTo>
                  <a:lnTo>
                    <a:pt x="1217786" y="5019978"/>
                  </a:lnTo>
                  <a:lnTo>
                    <a:pt x="1255340" y="5044683"/>
                  </a:lnTo>
                  <a:lnTo>
                    <a:pt x="1293319" y="5068786"/>
                  </a:lnTo>
                  <a:lnTo>
                    <a:pt x="1331717" y="5092280"/>
                  </a:lnTo>
                  <a:lnTo>
                    <a:pt x="1370527" y="5115158"/>
                  </a:lnTo>
                  <a:lnTo>
                    <a:pt x="1409742" y="5137413"/>
                  </a:lnTo>
                  <a:lnTo>
                    <a:pt x="1449356" y="5159039"/>
                  </a:lnTo>
                  <a:lnTo>
                    <a:pt x="1489361" y="5180029"/>
                  </a:lnTo>
                  <a:lnTo>
                    <a:pt x="1529751" y="5200375"/>
                  </a:lnTo>
                  <a:lnTo>
                    <a:pt x="1570519" y="5220072"/>
                  </a:lnTo>
                  <a:lnTo>
                    <a:pt x="1611658" y="5239112"/>
                  </a:lnTo>
                  <a:lnTo>
                    <a:pt x="1653162" y="5257488"/>
                  </a:lnTo>
                  <a:lnTo>
                    <a:pt x="1695023" y="5275195"/>
                  </a:lnTo>
                  <a:lnTo>
                    <a:pt x="1737235" y="5292224"/>
                  </a:lnTo>
                  <a:lnTo>
                    <a:pt x="1779791" y="5308569"/>
                  </a:lnTo>
                  <a:lnTo>
                    <a:pt x="1822685" y="5324224"/>
                  </a:lnTo>
                  <a:lnTo>
                    <a:pt x="1865909" y="5339182"/>
                  </a:lnTo>
                  <a:lnTo>
                    <a:pt x="1909456" y="5353435"/>
                  </a:lnTo>
                  <a:lnTo>
                    <a:pt x="1953321" y="5366977"/>
                  </a:lnTo>
                  <a:lnTo>
                    <a:pt x="1997495" y="5379802"/>
                  </a:lnTo>
                  <a:lnTo>
                    <a:pt x="2041973" y="5391902"/>
                  </a:lnTo>
                  <a:lnTo>
                    <a:pt x="2086748" y="5403270"/>
                  </a:lnTo>
                  <a:lnTo>
                    <a:pt x="2131812" y="5413900"/>
                  </a:lnTo>
                  <a:lnTo>
                    <a:pt x="2177159" y="5423786"/>
                  </a:lnTo>
                  <a:lnTo>
                    <a:pt x="2222782" y="5432919"/>
                  </a:lnTo>
                  <a:lnTo>
                    <a:pt x="2268674" y="5441294"/>
                  </a:lnTo>
                  <a:lnTo>
                    <a:pt x="2314829" y="5448904"/>
                  </a:lnTo>
                  <a:lnTo>
                    <a:pt x="2361239" y="5455741"/>
                  </a:lnTo>
                  <a:lnTo>
                    <a:pt x="2407899" y="5461800"/>
                  </a:lnTo>
                  <a:lnTo>
                    <a:pt x="2454800" y="5467072"/>
                  </a:lnTo>
                  <a:lnTo>
                    <a:pt x="2501937" y="5471553"/>
                  </a:lnTo>
                  <a:lnTo>
                    <a:pt x="2549302" y="5475233"/>
                  </a:lnTo>
                  <a:lnTo>
                    <a:pt x="2596890" y="5478108"/>
                  </a:lnTo>
                  <a:lnTo>
                    <a:pt x="2644692" y="5480170"/>
                  </a:lnTo>
                  <a:lnTo>
                    <a:pt x="2692702" y="5481412"/>
                  </a:lnTo>
                  <a:lnTo>
                    <a:pt x="2740914" y="5481828"/>
                  </a:lnTo>
                  <a:lnTo>
                    <a:pt x="2789125" y="5481412"/>
                  </a:lnTo>
                  <a:lnTo>
                    <a:pt x="2837135" y="5480170"/>
                  </a:lnTo>
                  <a:lnTo>
                    <a:pt x="2884937" y="5478108"/>
                  </a:lnTo>
                  <a:lnTo>
                    <a:pt x="2932525" y="5475233"/>
                  </a:lnTo>
                  <a:lnTo>
                    <a:pt x="2979890" y="5471553"/>
                  </a:lnTo>
                  <a:lnTo>
                    <a:pt x="3027027" y="5467072"/>
                  </a:lnTo>
                  <a:lnTo>
                    <a:pt x="3073928" y="5461800"/>
                  </a:lnTo>
                  <a:lnTo>
                    <a:pt x="3120588" y="5455741"/>
                  </a:lnTo>
                  <a:lnTo>
                    <a:pt x="3166998" y="5448904"/>
                  </a:lnTo>
                  <a:lnTo>
                    <a:pt x="3213153" y="5441294"/>
                  </a:lnTo>
                  <a:lnTo>
                    <a:pt x="3259045" y="5432919"/>
                  </a:lnTo>
                  <a:lnTo>
                    <a:pt x="3304668" y="5423786"/>
                  </a:lnTo>
                  <a:lnTo>
                    <a:pt x="3350015" y="5413900"/>
                  </a:lnTo>
                  <a:lnTo>
                    <a:pt x="3395079" y="5403270"/>
                  </a:lnTo>
                  <a:lnTo>
                    <a:pt x="3439854" y="5391902"/>
                  </a:lnTo>
                  <a:lnTo>
                    <a:pt x="3484332" y="5379802"/>
                  </a:lnTo>
                  <a:lnTo>
                    <a:pt x="3528506" y="5366977"/>
                  </a:lnTo>
                  <a:lnTo>
                    <a:pt x="3572371" y="5353435"/>
                  </a:lnTo>
                  <a:lnTo>
                    <a:pt x="3615918" y="5339182"/>
                  </a:lnTo>
                  <a:lnTo>
                    <a:pt x="3659142" y="5324224"/>
                  </a:lnTo>
                  <a:lnTo>
                    <a:pt x="3702036" y="5308569"/>
                  </a:lnTo>
                  <a:lnTo>
                    <a:pt x="3744592" y="5292224"/>
                  </a:lnTo>
                  <a:lnTo>
                    <a:pt x="3786804" y="5275195"/>
                  </a:lnTo>
                  <a:lnTo>
                    <a:pt x="3828665" y="5257488"/>
                  </a:lnTo>
                  <a:lnTo>
                    <a:pt x="3870169" y="5239112"/>
                  </a:lnTo>
                  <a:lnTo>
                    <a:pt x="3911308" y="5220072"/>
                  </a:lnTo>
                  <a:lnTo>
                    <a:pt x="3952076" y="5200375"/>
                  </a:lnTo>
                  <a:lnTo>
                    <a:pt x="3992466" y="5180029"/>
                  </a:lnTo>
                  <a:lnTo>
                    <a:pt x="4032471" y="5159039"/>
                  </a:lnTo>
                  <a:lnTo>
                    <a:pt x="4072085" y="5137413"/>
                  </a:lnTo>
                  <a:lnTo>
                    <a:pt x="4111300" y="5115158"/>
                  </a:lnTo>
                  <a:lnTo>
                    <a:pt x="4150110" y="5092280"/>
                  </a:lnTo>
                  <a:lnTo>
                    <a:pt x="4188508" y="5068786"/>
                  </a:lnTo>
                  <a:lnTo>
                    <a:pt x="4226487" y="5044683"/>
                  </a:lnTo>
                  <a:lnTo>
                    <a:pt x="4264041" y="5019978"/>
                  </a:lnTo>
                  <a:lnTo>
                    <a:pt x="4301162" y="4994678"/>
                  </a:lnTo>
                  <a:lnTo>
                    <a:pt x="4337844" y="4968788"/>
                  </a:lnTo>
                  <a:lnTo>
                    <a:pt x="4374080" y="4942317"/>
                  </a:lnTo>
                  <a:lnTo>
                    <a:pt x="4409863" y="4915271"/>
                  </a:lnTo>
                  <a:lnTo>
                    <a:pt x="4445186" y="4887656"/>
                  </a:lnTo>
                  <a:lnTo>
                    <a:pt x="4480044" y="4859480"/>
                  </a:lnTo>
                  <a:lnTo>
                    <a:pt x="4514428" y="4830750"/>
                  </a:lnTo>
                  <a:lnTo>
                    <a:pt x="4548332" y="4801471"/>
                  </a:lnTo>
                  <a:lnTo>
                    <a:pt x="4581749" y="4771651"/>
                  </a:lnTo>
                  <a:lnTo>
                    <a:pt x="4614673" y="4741297"/>
                  </a:lnTo>
                  <a:lnTo>
                    <a:pt x="4647097" y="4710415"/>
                  </a:lnTo>
                  <a:lnTo>
                    <a:pt x="4679013" y="4679013"/>
                  </a:lnTo>
                  <a:lnTo>
                    <a:pt x="4710415" y="4647097"/>
                  </a:lnTo>
                  <a:lnTo>
                    <a:pt x="4741297" y="4614673"/>
                  </a:lnTo>
                  <a:lnTo>
                    <a:pt x="4771651" y="4581749"/>
                  </a:lnTo>
                  <a:lnTo>
                    <a:pt x="4801471" y="4548332"/>
                  </a:lnTo>
                  <a:lnTo>
                    <a:pt x="4830750" y="4514428"/>
                  </a:lnTo>
                  <a:lnTo>
                    <a:pt x="4859480" y="4480044"/>
                  </a:lnTo>
                  <a:lnTo>
                    <a:pt x="4887656" y="4445186"/>
                  </a:lnTo>
                  <a:lnTo>
                    <a:pt x="4915271" y="4409863"/>
                  </a:lnTo>
                  <a:lnTo>
                    <a:pt x="4942317" y="4374080"/>
                  </a:lnTo>
                  <a:lnTo>
                    <a:pt x="4968788" y="4337844"/>
                  </a:lnTo>
                  <a:lnTo>
                    <a:pt x="4994678" y="4301162"/>
                  </a:lnTo>
                  <a:lnTo>
                    <a:pt x="5019978" y="4264041"/>
                  </a:lnTo>
                  <a:lnTo>
                    <a:pt x="5044683" y="4226487"/>
                  </a:lnTo>
                  <a:lnTo>
                    <a:pt x="5068786" y="4188508"/>
                  </a:lnTo>
                  <a:lnTo>
                    <a:pt x="5092280" y="4150110"/>
                  </a:lnTo>
                  <a:lnTo>
                    <a:pt x="5115158" y="4111300"/>
                  </a:lnTo>
                  <a:lnTo>
                    <a:pt x="5137413" y="4072085"/>
                  </a:lnTo>
                  <a:lnTo>
                    <a:pt x="5159039" y="4032471"/>
                  </a:lnTo>
                  <a:lnTo>
                    <a:pt x="5180029" y="3992466"/>
                  </a:lnTo>
                  <a:lnTo>
                    <a:pt x="5200375" y="3952076"/>
                  </a:lnTo>
                  <a:lnTo>
                    <a:pt x="5220072" y="3911308"/>
                  </a:lnTo>
                  <a:lnTo>
                    <a:pt x="5239112" y="3870169"/>
                  </a:lnTo>
                  <a:lnTo>
                    <a:pt x="5257488" y="3828665"/>
                  </a:lnTo>
                  <a:lnTo>
                    <a:pt x="5275195" y="3786804"/>
                  </a:lnTo>
                  <a:lnTo>
                    <a:pt x="5292224" y="3744592"/>
                  </a:lnTo>
                  <a:lnTo>
                    <a:pt x="5308569" y="3702036"/>
                  </a:lnTo>
                  <a:lnTo>
                    <a:pt x="5324224" y="3659142"/>
                  </a:lnTo>
                  <a:lnTo>
                    <a:pt x="5339182" y="3615918"/>
                  </a:lnTo>
                  <a:lnTo>
                    <a:pt x="5353435" y="3572371"/>
                  </a:lnTo>
                  <a:lnTo>
                    <a:pt x="5366977" y="3528506"/>
                  </a:lnTo>
                  <a:lnTo>
                    <a:pt x="5379802" y="3484332"/>
                  </a:lnTo>
                  <a:lnTo>
                    <a:pt x="5391902" y="3439854"/>
                  </a:lnTo>
                  <a:lnTo>
                    <a:pt x="5403270" y="3395079"/>
                  </a:lnTo>
                  <a:lnTo>
                    <a:pt x="5413900" y="3350015"/>
                  </a:lnTo>
                  <a:lnTo>
                    <a:pt x="5423786" y="3304668"/>
                  </a:lnTo>
                  <a:lnTo>
                    <a:pt x="5432919" y="3259045"/>
                  </a:lnTo>
                  <a:lnTo>
                    <a:pt x="5441294" y="3213153"/>
                  </a:lnTo>
                  <a:lnTo>
                    <a:pt x="5448904" y="3166998"/>
                  </a:lnTo>
                  <a:lnTo>
                    <a:pt x="5455741" y="3120588"/>
                  </a:lnTo>
                  <a:lnTo>
                    <a:pt x="5461800" y="3073928"/>
                  </a:lnTo>
                  <a:lnTo>
                    <a:pt x="5467072" y="3027027"/>
                  </a:lnTo>
                  <a:lnTo>
                    <a:pt x="5471553" y="2979890"/>
                  </a:lnTo>
                  <a:lnTo>
                    <a:pt x="5475233" y="2932525"/>
                  </a:lnTo>
                  <a:lnTo>
                    <a:pt x="5478108" y="2884937"/>
                  </a:lnTo>
                  <a:lnTo>
                    <a:pt x="5480170" y="2837135"/>
                  </a:lnTo>
                  <a:lnTo>
                    <a:pt x="5481412" y="2789125"/>
                  </a:lnTo>
                  <a:lnTo>
                    <a:pt x="5481828" y="2740914"/>
                  </a:lnTo>
                  <a:lnTo>
                    <a:pt x="5481412" y="2692702"/>
                  </a:lnTo>
                  <a:lnTo>
                    <a:pt x="5480170" y="2644692"/>
                  </a:lnTo>
                  <a:lnTo>
                    <a:pt x="5478108" y="2596890"/>
                  </a:lnTo>
                  <a:lnTo>
                    <a:pt x="5475233" y="2549302"/>
                  </a:lnTo>
                  <a:lnTo>
                    <a:pt x="5471553" y="2501937"/>
                  </a:lnTo>
                  <a:lnTo>
                    <a:pt x="5467072" y="2454800"/>
                  </a:lnTo>
                  <a:lnTo>
                    <a:pt x="5461800" y="2407899"/>
                  </a:lnTo>
                  <a:lnTo>
                    <a:pt x="5455741" y="2361239"/>
                  </a:lnTo>
                  <a:lnTo>
                    <a:pt x="5448904" y="2314829"/>
                  </a:lnTo>
                  <a:lnTo>
                    <a:pt x="5441294" y="2268674"/>
                  </a:lnTo>
                  <a:lnTo>
                    <a:pt x="5432919" y="2222782"/>
                  </a:lnTo>
                  <a:lnTo>
                    <a:pt x="5423786" y="2177159"/>
                  </a:lnTo>
                  <a:lnTo>
                    <a:pt x="5413900" y="2131812"/>
                  </a:lnTo>
                  <a:lnTo>
                    <a:pt x="5403270" y="2086748"/>
                  </a:lnTo>
                  <a:lnTo>
                    <a:pt x="5391902" y="2041973"/>
                  </a:lnTo>
                  <a:lnTo>
                    <a:pt x="5379802" y="1997495"/>
                  </a:lnTo>
                  <a:lnTo>
                    <a:pt x="5366977" y="1953321"/>
                  </a:lnTo>
                  <a:lnTo>
                    <a:pt x="5353435" y="1909456"/>
                  </a:lnTo>
                  <a:lnTo>
                    <a:pt x="5339182" y="1865909"/>
                  </a:lnTo>
                  <a:lnTo>
                    <a:pt x="5324224" y="1822685"/>
                  </a:lnTo>
                  <a:lnTo>
                    <a:pt x="5308569" y="1779791"/>
                  </a:lnTo>
                  <a:lnTo>
                    <a:pt x="5292224" y="1737235"/>
                  </a:lnTo>
                  <a:lnTo>
                    <a:pt x="5275195" y="1695023"/>
                  </a:lnTo>
                  <a:lnTo>
                    <a:pt x="5257488" y="1653162"/>
                  </a:lnTo>
                  <a:lnTo>
                    <a:pt x="5239112" y="1611658"/>
                  </a:lnTo>
                  <a:lnTo>
                    <a:pt x="5220072" y="1570519"/>
                  </a:lnTo>
                  <a:lnTo>
                    <a:pt x="5200375" y="1529751"/>
                  </a:lnTo>
                  <a:lnTo>
                    <a:pt x="5180029" y="1489361"/>
                  </a:lnTo>
                  <a:lnTo>
                    <a:pt x="5159039" y="1449356"/>
                  </a:lnTo>
                  <a:lnTo>
                    <a:pt x="5137413" y="1409742"/>
                  </a:lnTo>
                  <a:lnTo>
                    <a:pt x="5115158" y="1370527"/>
                  </a:lnTo>
                  <a:lnTo>
                    <a:pt x="5092280" y="1331717"/>
                  </a:lnTo>
                  <a:lnTo>
                    <a:pt x="5068786" y="1293319"/>
                  </a:lnTo>
                  <a:lnTo>
                    <a:pt x="5044683" y="1255340"/>
                  </a:lnTo>
                  <a:lnTo>
                    <a:pt x="5019978" y="1217786"/>
                  </a:lnTo>
                  <a:lnTo>
                    <a:pt x="4994678" y="1180665"/>
                  </a:lnTo>
                  <a:lnTo>
                    <a:pt x="4968788" y="1143983"/>
                  </a:lnTo>
                  <a:lnTo>
                    <a:pt x="4942317" y="1107747"/>
                  </a:lnTo>
                  <a:lnTo>
                    <a:pt x="4915271" y="1071964"/>
                  </a:lnTo>
                  <a:lnTo>
                    <a:pt x="4887656" y="1036641"/>
                  </a:lnTo>
                  <a:lnTo>
                    <a:pt x="4859480" y="1001783"/>
                  </a:lnTo>
                  <a:lnTo>
                    <a:pt x="4830750" y="967399"/>
                  </a:lnTo>
                  <a:lnTo>
                    <a:pt x="4801471" y="933495"/>
                  </a:lnTo>
                  <a:lnTo>
                    <a:pt x="4771651" y="900078"/>
                  </a:lnTo>
                  <a:lnTo>
                    <a:pt x="4741297" y="867154"/>
                  </a:lnTo>
                  <a:lnTo>
                    <a:pt x="4710415" y="834730"/>
                  </a:lnTo>
                  <a:lnTo>
                    <a:pt x="4679013" y="802814"/>
                  </a:lnTo>
                  <a:lnTo>
                    <a:pt x="4647097" y="771412"/>
                  </a:lnTo>
                  <a:lnTo>
                    <a:pt x="4614673" y="740530"/>
                  </a:lnTo>
                  <a:lnTo>
                    <a:pt x="4581749" y="710176"/>
                  </a:lnTo>
                  <a:lnTo>
                    <a:pt x="4548332" y="680356"/>
                  </a:lnTo>
                  <a:lnTo>
                    <a:pt x="4514428" y="651077"/>
                  </a:lnTo>
                  <a:lnTo>
                    <a:pt x="4480044" y="622347"/>
                  </a:lnTo>
                  <a:lnTo>
                    <a:pt x="4445186" y="594171"/>
                  </a:lnTo>
                  <a:lnTo>
                    <a:pt x="4409863" y="566556"/>
                  </a:lnTo>
                  <a:lnTo>
                    <a:pt x="4374080" y="539510"/>
                  </a:lnTo>
                  <a:lnTo>
                    <a:pt x="4337844" y="513039"/>
                  </a:lnTo>
                  <a:lnTo>
                    <a:pt x="4301162" y="487149"/>
                  </a:lnTo>
                  <a:lnTo>
                    <a:pt x="4264041" y="461849"/>
                  </a:lnTo>
                  <a:lnTo>
                    <a:pt x="4226487" y="437144"/>
                  </a:lnTo>
                  <a:lnTo>
                    <a:pt x="4188508" y="413041"/>
                  </a:lnTo>
                  <a:lnTo>
                    <a:pt x="4150110" y="389547"/>
                  </a:lnTo>
                  <a:lnTo>
                    <a:pt x="4111300" y="366669"/>
                  </a:lnTo>
                  <a:lnTo>
                    <a:pt x="4072085" y="344414"/>
                  </a:lnTo>
                  <a:lnTo>
                    <a:pt x="4032471" y="322788"/>
                  </a:lnTo>
                  <a:lnTo>
                    <a:pt x="3992466" y="301798"/>
                  </a:lnTo>
                  <a:lnTo>
                    <a:pt x="3952076" y="281452"/>
                  </a:lnTo>
                  <a:lnTo>
                    <a:pt x="3911308" y="261755"/>
                  </a:lnTo>
                  <a:lnTo>
                    <a:pt x="3870169" y="242715"/>
                  </a:lnTo>
                  <a:lnTo>
                    <a:pt x="3828665" y="224339"/>
                  </a:lnTo>
                  <a:lnTo>
                    <a:pt x="3786804" y="206632"/>
                  </a:lnTo>
                  <a:lnTo>
                    <a:pt x="3744592" y="189603"/>
                  </a:lnTo>
                  <a:lnTo>
                    <a:pt x="3702036" y="173258"/>
                  </a:lnTo>
                  <a:lnTo>
                    <a:pt x="3659142" y="157603"/>
                  </a:lnTo>
                  <a:lnTo>
                    <a:pt x="3615918" y="142645"/>
                  </a:lnTo>
                  <a:lnTo>
                    <a:pt x="3572371" y="128392"/>
                  </a:lnTo>
                  <a:lnTo>
                    <a:pt x="3528506" y="114850"/>
                  </a:lnTo>
                  <a:lnTo>
                    <a:pt x="3484332" y="102025"/>
                  </a:lnTo>
                  <a:lnTo>
                    <a:pt x="3439854" y="89925"/>
                  </a:lnTo>
                  <a:lnTo>
                    <a:pt x="3395079" y="78557"/>
                  </a:lnTo>
                  <a:lnTo>
                    <a:pt x="3350015" y="67927"/>
                  </a:lnTo>
                  <a:lnTo>
                    <a:pt x="3304668" y="58041"/>
                  </a:lnTo>
                  <a:lnTo>
                    <a:pt x="3259045" y="48908"/>
                  </a:lnTo>
                  <a:lnTo>
                    <a:pt x="3213153" y="40533"/>
                  </a:lnTo>
                  <a:lnTo>
                    <a:pt x="3166998" y="32923"/>
                  </a:lnTo>
                  <a:lnTo>
                    <a:pt x="3120588" y="26086"/>
                  </a:lnTo>
                  <a:lnTo>
                    <a:pt x="3073928" y="20027"/>
                  </a:lnTo>
                  <a:lnTo>
                    <a:pt x="3027027" y="14755"/>
                  </a:lnTo>
                  <a:lnTo>
                    <a:pt x="2979890" y="10274"/>
                  </a:lnTo>
                  <a:lnTo>
                    <a:pt x="2932525" y="6594"/>
                  </a:lnTo>
                  <a:lnTo>
                    <a:pt x="2884937" y="3719"/>
                  </a:lnTo>
                  <a:lnTo>
                    <a:pt x="2837135" y="1657"/>
                  </a:lnTo>
                  <a:lnTo>
                    <a:pt x="2789125" y="415"/>
                  </a:lnTo>
                  <a:lnTo>
                    <a:pt x="27409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197333" y="1791461"/>
              <a:ext cx="5481955" cy="5481955"/>
            </a:xfrm>
            <a:custGeom>
              <a:avLst/>
              <a:gdLst/>
              <a:ahLst/>
              <a:cxnLst/>
              <a:rect l="l" t="t" r="r" b="b"/>
              <a:pathLst>
                <a:path w="5481955" h="5481955">
                  <a:moveTo>
                    <a:pt x="0" y="2740914"/>
                  </a:moveTo>
                  <a:lnTo>
                    <a:pt x="415" y="2692702"/>
                  </a:lnTo>
                  <a:lnTo>
                    <a:pt x="1657" y="2644692"/>
                  </a:lnTo>
                  <a:lnTo>
                    <a:pt x="3719" y="2596890"/>
                  </a:lnTo>
                  <a:lnTo>
                    <a:pt x="6594" y="2549302"/>
                  </a:lnTo>
                  <a:lnTo>
                    <a:pt x="10274" y="2501937"/>
                  </a:lnTo>
                  <a:lnTo>
                    <a:pt x="14755" y="2454800"/>
                  </a:lnTo>
                  <a:lnTo>
                    <a:pt x="20027" y="2407899"/>
                  </a:lnTo>
                  <a:lnTo>
                    <a:pt x="26086" y="2361239"/>
                  </a:lnTo>
                  <a:lnTo>
                    <a:pt x="32923" y="2314829"/>
                  </a:lnTo>
                  <a:lnTo>
                    <a:pt x="40533" y="2268674"/>
                  </a:lnTo>
                  <a:lnTo>
                    <a:pt x="48908" y="2222782"/>
                  </a:lnTo>
                  <a:lnTo>
                    <a:pt x="58041" y="2177159"/>
                  </a:lnTo>
                  <a:lnTo>
                    <a:pt x="67927" y="2131812"/>
                  </a:lnTo>
                  <a:lnTo>
                    <a:pt x="78557" y="2086748"/>
                  </a:lnTo>
                  <a:lnTo>
                    <a:pt x="89925" y="2041973"/>
                  </a:lnTo>
                  <a:lnTo>
                    <a:pt x="102025" y="1997495"/>
                  </a:lnTo>
                  <a:lnTo>
                    <a:pt x="114850" y="1953321"/>
                  </a:lnTo>
                  <a:lnTo>
                    <a:pt x="128392" y="1909456"/>
                  </a:lnTo>
                  <a:lnTo>
                    <a:pt x="142645" y="1865909"/>
                  </a:lnTo>
                  <a:lnTo>
                    <a:pt x="157603" y="1822685"/>
                  </a:lnTo>
                  <a:lnTo>
                    <a:pt x="173258" y="1779791"/>
                  </a:lnTo>
                  <a:lnTo>
                    <a:pt x="189603" y="1737235"/>
                  </a:lnTo>
                  <a:lnTo>
                    <a:pt x="206632" y="1695023"/>
                  </a:lnTo>
                  <a:lnTo>
                    <a:pt x="224339" y="1653162"/>
                  </a:lnTo>
                  <a:lnTo>
                    <a:pt x="242715" y="1611658"/>
                  </a:lnTo>
                  <a:lnTo>
                    <a:pt x="261755" y="1570519"/>
                  </a:lnTo>
                  <a:lnTo>
                    <a:pt x="281452" y="1529751"/>
                  </a:lnTo>
                  <a:lnTo>
                    <a:pt x="301798" y="1489361"/>
                  </a:lnTo>
                  <a:lnTo>
                    <a:pt x="322788" y="1449356"/>
                  </a:lnTo>
                  <a:lnTo>
                    <a:pt x="344414" y="1409742"/>
                  </a:lnTo>
                  <a:lnTo>
                    <a:pt x="366669" y="1370527"/>
                  </a:lnTo>
                  <a:lnTo>
                    <a:pt x="389547" y="1331717"/>
                  </a:lnTo>
                  <a:lnTo>
                    <a:pt x="413041" y="1293319"/>
                  </a:lnTo>
                  <a:lnTo>
                    <a:pt x="437144" y="1255340"/>
                  </a:lnTo>
                  <a:lnTo>
                    <a:pt x="461849" y="1217786"/>
                  </a:lnTo>
                  <a:lnTo>
                    <a:pt x="487149" y="1180665"/>
                  </a:lnTo>
                  <a:lnTo>
                    <a:pt x="513039" y="1143983"/>
                  </a:lnTo>
                  <a:lnTo>
                    <a:pt x="539510" y="1107747"/>
                  </a:lnTo>
                  <a:lnTo>
                    <a:pt x="566556" y="1071964"/>
                  </a:lnTo>
                  <a:lnTo>
                    <a:pt x="594171" y="1036641"/>
                  </a:lnTo>
                  <a:lnTo>
                    <a:pt x="622347" y="1001783"/>
                  </a:lnTo>
                  <a:lnTo>
                    <a:pt x="651077" y="967399"/>
                  </a:lnTo>
                  <a:lnTo>
                    <a:pt x="680356" y="933495"/>
                  </a:lnTo>
                  <a:lnTo>
                    <a:pt x="710176" y="900078"/>
                  </a:lnTo>
                  <a:lnTo>
                    <a:pt x="740530" y="867154"/>
                  </a:lnTo>
                  <a:lnTo>
                    <a:pt x="771412" y="834730"/>
                  </a:lnTo>
                  <a:lnTo>
                    <a:pt x="802814" y="802814"/>
                  </a:lnTo>
                  <a:lnTo>
                    <a:pt x="834730" y="771412"/>
                  </a:lnTo>
                  <a:lnTo>
                    <a:pt x="867154" y="740530"/>
                  </a:lnTo>
                  <a:lnTo>
                    <a:pt x="900078" y="710176"/>
                  </a:lnTo>
                  <a:lnTo>
                    <a:pt x="933495" y="680356"/>
                  </a:lnTo>
                  <a:lnTo>
                    <a:pt x="967399" y="651077"/>
                  </a:lnTo>
                  <a:lnTo>
                    <a:pt x="1001783" y="622347"/>
                  </a:lnTo>
                  <a:lnTo>
                    <a:pt x="1036641" y="594171"/>
                  </a:lnTo>
                  <a:lnTo>
                    <a:pt x="1071964" y="566556"/>
                  </a:lnTo>
                  <a:lnTo>
                    <a:pt x="1107747" y="539510"/>
                  </a:lnTo>
                  <a:lnTo>
                    <a:pt x="1143983" y="513039"/>
                  </a:lnTo>
                  <a:lnTo>
                    <a:pt x="1180665" y="487149"/>
                  </a:lnTo>
                  <a:lnTo>
                    <a:pt x="1217786" y="461849"/>
                  </a:lnTo>
                  <a:lnTo>
                    <a:pt x="1255340" y="437144"/>
                  </a:lnTo>
                  <a:lnTo>
                    <a:pt x="1293319" y="413041"/>
                  </a:lnTo>
                  <a:lnTo>
                    <a:pt x="1331717" y="389547"/>
                  </a:lnTo>
                  <a:lnTo>
                    <a:pt x="1370527" y="366669"/>
                  </a:lnTo>
                  <a:lnTo>
                    <a:pt x="1409742" y="344414"/>
                  </a:lnTo>
                  <a:lnTo>
                    <a:pt x="1449356" y="322788"/>
                  </a:lnTo>
                  <a:lnTo>
                    <a:pt x="1489361" y="301798"/>
                  </a:lnTo>
                  <a:lnTo>
                    <a:pt x="1529751" y="281452"/>
                  </a:lnTo>
                  <a:lnTo>
                    <a:pt x="1570519" y="261755"/>
                  </a:lnTo>
                  <a:lnTo>
                    <a:pt x="1611658" y="242715"/>
                  </a:lnTo>
                  <a:lnTo>
                    <a:pt x="1653162" y="224339"/>
                  </a:lnTo>
                  <a:lnTo>
                    <a:pt x="1695023" y="206632"/>
                  </a:lnTo>
                  <a:lnTo>
                    <a:pt x="1737235" y="189603"/>
                  </a:lnTo>
                  <a:lnTo>
                    <a:pt x="1779791" y="173258"/>
                  </a:lnTo>
                  <a:lnTo>
                    <a:pt x="1822685" y="157603"/>
                  </a:lnTo>
                  <a:lnTo>
                    <a:pt x="1865909" y="142645"/>
                  </a:lnTo>
                  <a:lnTo>
                    <a:pt x="1909456" y="128392"/>
                  </a:lnTo>
                  <a:lnTo>
                    <a:pt x="1953321" y="114850"/>
                  </a:lnTo>
                  <a:lnTo>
                    <a:pt x="1997495" y="102025"/>
                  </a:lnTo>
                  <a:lnTo>
                    <a:pt x="2041973" y="89925"/>
                  </a:lnTo>
                  <a:lnTo>
                    <a:pt x="2086748" y="78557"/>
                  </a:lnTo>
                  <a:lnTo>
                    <a:pt x="2131812" y="67927"/>
                  </a:lnTo>
                  <a:lnTo>
                    <a:pt x="2177159" y="58041"/>
                  </a:lnTo>
                  <a:lnTo>
                    <a:pt x="2222782" y="48908"/>
                  </a:lnTo>
                  <a:lnTo>
                    <a:pt x="2268674" y="40533"/>
                  </a:lnTo>
                  <a:lnTo>
                    <a:pt x="2314829" y="32923"/>
                  </a:lnTo>
                  <a:lnTo>
                    <a:pt x="2361239" y="26086"/>
                  </a:lnTo>
                  <a:lnTo>
                    <a:pt x="2407899" y="20027"/>
                  </a:lnTo>
                  <a:lnTo>
                    <a:pt x="2454800" y="14755"/>
                  </a:lnTo>
                  <a:lnTo>
                    <a:pt x="2501937" y="10274"/>
                  </a:lnTo>
                  <a:lnTo>
                    <a:pt x="2549302" y="6594"/>
                  </a:lnTo>
                  <a:lnTo>
                    <a:pt x="2596890" y="3719"/>
                  </a:lnTo>
                  <a:lnTo>
                    <a:pt x="2644692" y="1657"/>
                  </a:lnTo>
                  <a:lnTo>
                    <a:pt x="2692702" y="415"/>
                  </a:lnTo>
                  <a:lnTo>
                    <a:pt x="2740914" y="0"/>
                  </a:lnTo>
                  <a:lnTo>
                    <a:pt x="2789125" y="415"/>
                  </a:lnTo>
                  <a:lnTo>
                    <a:pt x="2837135" y="1657"/>
                  </a:lnTo>
                  <a:lnTo>
                    <a:pt x="2884937" y="3719"/>
                  </a:lnTo>
                  <a:lnTo>
                    <a:pt x="2932525" y="6594"/>
                  </a:lnTo>
                  <a:lnTo>
                    <a:pt x="2979890" y="10274"/>
                  </a:lnTo>
                  <a:lnTo>
                    <a:pt x="3027027" y="14755"/>
                  </a:lnTo>
                  <a:lnTo>
                    <a:pt x="3073928" y="20027"/>
                  </a:lnTo>
                  <a:lnTo>
                    <a:pt x="3120588" y="26086"/>
                  </a:lnTo>
                  <a:lnTo>
                    <a:pt x="3166998" y="32923"/>
                  </a:lnTo>
                  <a:lnTo>
                    <a:pt x="3213153" y="40533"/>
                  </a:lnTo>
                  <a:lnTo>
                    <a:pt x="3259045" y="48908"/>
                  </a:lnTo>
                  <a:lnTo>
                    <a:pt x="3304668" y="58041"/>
                  </a:lnTo>
                  <a:lnTo>
                    <a:pt x="3350015" y="67927"/>
                  </a:lnTo>
                  <a:lnTo>
                    <a:pt x="3395079" y="78557"/>
                  </a:lnTo>
                  <a:lnTo>
                    <a:pt x="3439854" y="89925"/>
                  </a:lnTo>
                  <a:lnTo>
                    <a:pt x="3484332" y="102025"/>
                  </a:lnTo>
                  <a:lnTo>
                    <a:pt x="3528506" y="114850"/>
                  </a:lnTo>
                  <a:lnTo>
                    <a:pt x="3572371" y="128392"/>
                  </a:lnTo>
                  <a:lnTo>
                    <a:pt x="3615918" y="142645"/>
                  </a:lnTo>
                  <a:lnTo>
                    <a:pt x="3659142" y="157603"/>
                  </a:lnTo>
                  <a:lnTo>
                    <a:pt x="3702036" y="173258"/>
                  </a:lnTo>
                  <a:lnTo>
                    <a:pt x="3744592" y="189603"/>
                  </a:lnTo>
                  <a:lnTo>
                    <a:pt x="3786804" y="206632"/>
                  </a:lnTo>
                  <a:lnTo>
                    <a:pt x="3828665" y="224339"/>
                  </a:lnTo>
                  <a:lnTo>
                    <a:pt x="3870169" y="242715"/>
                  </a:lnTo>
                  <a:lnTo>
                    <a:pt x="3911308" y="261755"/>
                  </a:lnTo>
                  <a:lnTo>
                    <a:pt x="3952076" y="281452"/>
                  </a:lnTo>
                  <a:lnTo>
                    <a:pt x="3992466" y="301798"/>
                  </a:lnTo>
                  <a:lnTo>
                    <a:pt x="4032471" y="322788"/>
                  </a:lnTo>
                  <a:lnTo>
                    <a:pt x="4072085" y="344414"/>
                  </a:lnTo>
                  <a:lnTo>
                    <a:pt x="4111300" y="366669"/>
                  </a:lnTo>
                  <a:lnTo>
                    <a:pt x="4150110" y="389547"/>
                  </a:lnTo>
                  <a:lnTo>
                    <a:pt x="4188508" y="413041"/>
                  </a:lnTo>
                  <a:lnTo>
                    <a:pt x="4226487" y="437144"/>
                  </a:lnTo>
                  <a:lnTo>
                    <a:pt x="4264041" y="461849"/>
                  </a:lnTo>
                  <a:lnTo>
                    <a:pt x="4301162" y="487149"/>
                  </a:lnTo>
                  <a:lnTo>
                    <a:pt x="4337844" y="513039"/>
                  </a:lnTo>
                  <a:lnTo>
                    <a:pt x="4374080" y="539510"/>
                  </a:lnTo>
                  <a:lnTo>
                    <a:pt x="4409863" y="566556"/>
                  </a:lnTo>
                  <a:lnTo>
                    <a:pt x="4445186" y="594171"/>
                  </a:lnTo>
                  <a:lnTo>
                    <a:pt x="4480044" y="622347"/>
                  </a:lnTo>
                  <a:lnTo>
                    <a:pt x="4514428" y="651077"/>
                  </a:lnTo>
                  <a:lnTo>
                    <a:pt x="4548332" y="680356"/>
                  </a:lnTo>
                  <a:lnTo>
                    <a:pt x="4581749" y="710176"/>
                  </a:lnTo>
                  <a:lnTo>
                    <a:pt x="4614673" y="740530"/>
                  </a:lnTo>
                  <a:lnTo>
                    <a:pt x="4647097" y="771412"/>
                  </a:lnTo>
                  <a:lnTo>
                    <a:pt x="4679013" y="802814"/>
                  </a:lnTo>
                  <a:lnTo>
                    <a:pt x="4710415" y="834730"/>
                  </a:lnTo>
                  <a:lnTo>
                    <a:pt x="4741297" y="867154"/>
                  </a:lnTo>
                  <a:lnTo>
                    <a:pt x="4771651" y="900078"/>
                  </a:lnTo>
                  <a:lnTo>
                    <a:pt x="4801471" y="933495"/>
                  </a:lnTo>
                  <a:lnTo>
                    <a:pt x="4830750" y="967399"/>
                  </a:lnTo>
                  <a:lnTo>
                    <a:pt x="4859480" y="1001783"/>
                  </a:lnTo>
                  <a:lnTo>
                    <a:pt x="4887656" y="1036641"/>
                  </a:lnTo>
                  <a:lnTo>
                    <a:pt x="4915271" y="1071964"/>
                  </a:lnTo>
                  <a:lnTo>
                    <a:pt x="4942317" y="1107747"/>
                  </a:lnTo>
                  <a:lnTo>
                    <a:pt x="4968788" y="1143983"/>
                  </a:lnTo>
                  <a:lnTo>
                    <a:pt x="4994678" y="1180665"/>
                  </a:lnTo>
                  <a:lnTo>
                    <a:pt x="5019978" y="1217786"/>
                  </a:lnTo>
                  <a:lnTo>
                    <a:pt x="5044683" y="1255340"/>
                  </a:lnTo>
                  <a:lnTo>
                    <a:pt x="5068786" y="1293319"/>
                  </a:lnTo>
                  <a:lnTo>
                    <a:pt x="5092280" y="1331717"/>
                  </a:lnTo>
                  <a:lnTo>
                    <a:pt x="5115158" y="1370527"/>
                  </a:lnTo>
                  <a:lnTo>
                    <a:pt x="5137413" y="1409742"/>
                  </a:lnTo>
                  <a:lnTo>
                    <a:pt x="5159039" y="1449356"/>
                  </a:lnTo>
                  <a:lnTo>
                    <a:pt x="5180029" y="1489361"/>
                  </a:lnTo>
                  <a:lnTo>
                    <a:pt x="5200375" y="1529751"/>
                  </a:lnTo>
                  <a:lnTo>
                    <a:pt x="5220072" y="1570519"/>
                  </a:lnTo>
                  <a:lnTo>
                    <a:pt x="5239112" y="1611658"/>
                  </a:lnTo>
                  <a:lnTo>
                    <a:pt x="5257488" y="1653162"/>
                  </a:lnTo>
                  <a:lnTo>
                    <a:pt x="5275195" y="1695023"/>
                  </a:lnTo>
                  <a:lnTo>
                    <a:pt x="5292224" y="1737235"/>
                  </a:lnTo>
                  <a:lnTo>
                    <a:pt x="5308569" y="1779791"/>
                  </a:lnTo>
                  <a:lnTo>
                    <a:pt x="5324224" y="1822685"/>
                  </a:lnTo>
                  <a:lnTo>
                    <a:pt x="5339182" y="1865909"/>
                  </a:lnTo>
                  <a:lnTo>
                    <a:pt x="5353435" y="1909456"/>
                  </a:lnTo>
                  <a:lnTo>
                    <a:pt x="5366977" y="1953321"/>
                  </a:lnTo>
                  <a:lnTo>
                    <a:pt x="5379802" y="1997495"/>
                  </a:lnTo>
                  <a:lnTo>
                    <a:pt x="5391902" y="2041973"/>
                  </a:lnTo>
                  <a:lnTo>
                    <a:pt x="5403270" y="2086748"/>
                  </a:lnTo>
                  <a:lnTo>
                    <a:pt x="5413900" y="2131812"/>
                  </a:lnTo>
                  <a:lnTo>
                    <a:pt x="5423786" y="2177159"/>
                  </a:lnTo>
                  <a:lnTo>
                    <a:pt x="5432919" y="2222782"/>
                  </a:lnTo>
                  <a:lnTo>
                    <a:pt x="5441294" y="2268674"/>
                  </a:lnTo>
                  <a:lnTo>
                    <a:pt x="5448904" y="2314829"/>
                  </a:lnTo>
                  <a:lnTo>
                    <a:pt x="5455741" y="2361239"/>
                  </a:lnTo>
                  <a:lnTo>
                    <a:pt x="5461800" y="2407899"/>
                  </a:lnTo>
                  <a:lnTo>
                    <a:pt x="5467072" y="2454800"/>
                  </a:lnTo>
                  <a:lnTo>
                    <a:pt x="5471553" y="2501937"/>
                  </a:lnTo>
                  <a:lnTo>
                    <a:pt x="5475233" y="2549302"/>
                  </a:lnTo>
                  <a:lnTo>
                    <a:pt x="5478108" y="2596890"/>
                  </a:lnTo>
                  <a:lnTo>
                    <a:pt x="5480170" y="2644692"/>
                  </a:lnTo>
                  <a:lnTo>
                    <a:pt x="5481412" y="2692702"/>
                  </a:lnTo>
                  <a:lnTo>
                    <a:pt x="5481828" y="2740914"/>
                  </a:lnTo>
                  <a:lnTo>
                    <a:pt x="5481412" y="2789125"/>
                  </a:lnTo>
                  <a:lnTo>
                    <a:pt x="5480170" y="2837135"/>
                  </a:lnTo>
                  <a:lnTo>
                    <a:pt x="5478108" y="2884937"/>
                  </a:lnTo>
                  <a:lnTo>
                    <a:pt x="5475233" y="2932525"/>
                  </a:lnTo>
                  <a:lnTo>
                    <a:pt x="5471553" y="2979890"/>
                  </a:lnTo>
                  <a:lnTo>
                    <a:pt x="5467072" y="3027027"/>
                  </a:lnTo>
                  <a:lnTo>
                    <a:pt x="5461800" y="3073928"/>
                  </a:lnTo>
                  <a:lnTo>
                    <a:pt x="5455741" y="3120588"/>
                  </a:lnTo>
                  <a:lnTo>
                    <a:pt x="5448904" y="3166998"/>
                  </a:lnTo>
                  <a:lnTo>
                    <a:pt x="5441294" y="3213153"/>
                  </a:lnTo>
                  <a:lnTo>
                    <a:pt x="5432919" y="3259045"/>
                  </a:lnTo>
                  <a:lnTo>
                    <a:pt x="5423786" y="3304668"/>
                  </a:lnTo>
                  <a:lnTo>
                    <a:pt x="5413900" y="3350015"/>
                  </a:lnTo>
                  <a:lnTo>
                    <a:pt x="5403270" y="3395079"/>
                  </a:lnTo>
                  <a:lnTo>
                    <a:pt x="5391902" y="3439854"/>
                  </a:lnTo>
                  <a:lnTo>
                    <a:pt x="5379802" y="3484332"/>
                  </a:lnTo>
                  <a:lnTo>
                    <a:pt x="5366977" y="3528506"/>
                  </a:lnTo>
                  <a:lnTo>
                    <a:pt x="5353435" y="3572371"/>
                  </a:lnTo>
                  <a:lnTo>
                    <a:pt x="5339182" y="3615918"/>
                  </a:lnTo>
                  <a:lnTo>
                    <a:pt x="5324224" y="3659142"/>
                  </a:lnTo>
                  <a:lnTo>
                    <a:pt x="5308569" y="3702036"/>
                  </a:lnTo>
                  <a:lnTo>
                    <a:pt x="5292224" y="3744592"/>
                  </a:lnTo>
                  <a:lnTo>
                    <a:pt x="5275195" y="3786804"/>
                  </a:lnTo>
                  <a:lnTo>
                    <a:pt x="5257488" y="3828665"/>
                  </a:lnTo>
                  <a:lnTo>
                    <a:pt x="5239112" y="3870169"/>
                  </a:lnTo>
                  <a:lnTo>
                    <a:pt x="5220072" y="3911308"/>
                  </a:lnTo>
                  <a:lnTo>
                    <a:pt x="5200375" y="3952076"/>
                  </a:lnTo>
                  <a:lnTo>
                    <a:pt x="5180029" y="3992466"/>
                  </a:lnTo>
                  <a:lnTo>
                    <a:pt x="5159039" y="4032471"/>
                  </a:lnTo>
                  <a:lnTo>
                    <a:pt x="5137413" y="4072085"/>
                  </a:lnTo>
                  <a:lnTo>
                    <a:pt x="5115158" y="4111300"/>
                  </a:lnTo>
                  <a:lnTo>
                    <a:pt x="5092280" y="4150110"/>
                  </a:lnTo>
                  <a:lnTo>
                    <a:pt x="5068786" y="4188508"/>
                  </a:lnTo>
                  <a:lnTo>
                    <a:pt x="5044683" y="4226487"/>
                  </a:lnTo>
                  <a:lnTo>
                    <a:pt x="5019978" y="4264041"/>
                  </a:lnTo>
                  <a:lnTo>
                    <a:pt x="4994678" y="4301162"/>
                  </a:lnTo>
                  <a:lnTo>
                    <a:pt x="4968788" y="4337844"/>
                  </a:lnTo>
                  <a:lnTo>
                    <a:pt x="4942317" y="4374080"/>
                  </a:lnTo>
                  <a:lnTo>
                    <a:pt x="4915271" y="4409863"/>
                  </a:lnTo>
                  <a:lnTo>
                    <a:pt x="4887656" y="4445186"/>
                  </a:lnTo>
                  <a:lnTo>
                    <a:pt x="4859480" y="4480044"/>
                  </a:lnTo>
                  <a:lnTo>
                    <a:pt x="4830750" y="4514428"/>
                  </a:lnTo>
                  <a:lnTo>
                    <a:pt x="4801471" y="4548332"/>
                  </a:lnTo>
                  <a:lnTo>
                    <a:pt x="4771651" y="4581749"/>
                  </a:lnTo>
                  <a:lnTo>
                    <a:pt x="4741297" y="4614673"/>
                  </a:lnTo>
                  <a:lnTo>
                    <a:pt x="4710415" y="4647097"/>
                  </a:lnTo>
                  <a:lnTo>
                    <a:pt x="4679013" y="4679013"/>
                  </a:lnTo>
                  <a:lnTo>
                    <a:pt x="4647097" y="4710415"/>
                  </a:lnTo>
                  <a:lnTo>
                    <a:pt x="4614673" y="4741297"/>
                  </a:lnTo>
                  <a:lnTo>
                    <a:pt x="4581749" y="4771651"/>
                  </a:lnTo>
                  <a:lnTo>
                    <a:pt x="4548332" y="4801471"/>
                  </a:lnTo>
                  <a:lnTo>
                    <a:pt x="4514428" y="4830750"/>
                  </a:lnTo>
                  <a:lnTo>
                    <a:pt x="4480044" y="4859480"/>
                  </a:lnTo>
                  <a:lnTo>
                    <a:pt x="4445186" y="4887656"/>
                  </a:lnTo>
                  <a:lnTo>
                    <a:pt x="4409863" y="4915271"/>
                  </a:lnTo>
                  <a:lnTo>
                    <a:pt x="4374080" y="4942317"/>
                  </a:lnTo>
                  <a:lnTo>
                    <a:pt x="4337844" y="4968788"/>
                  </a:lnTo>
                  <a:lnTo>
                    <a:pt x="4301162" y="4994678"/>
                  </a:lnTo>
                  <a:lnTo>
                    <a:pt x="4264041" y="5019978"/>
                  </a:lnTo>
                  <a:lnTo>
                    <a:pt x="4226487" y="5044683"/>
                  </a:lnTo>
                  <a:lnTo>
                    <a:pt x="4188508" y="5068786"/>
                  </a:lnTo>
                  <a:lnTo>
                    <a:pt x="4150110" y="5092280"/>
                  </a:lnTo>
                  <a:lnTo>
                    <a:pt x="4111300" y="5115158"/>
                  </a:lnTo>
                  <a:lnTo>
                    <a:pt x="4072085" y="5137413"/>
                  </a:lnTo>
                  <a:lnTo>
                    <a:pt x="4032471" y="5159039"/>
                  </a:lnTo>
                  <a:lnTo>
                    <a:pt x="3992466" y="5180029"/>
                  </a:lnTo>
                  <a:lnTo>
                    <a:pt x="3952076" y="5200375"/>
                  </a:lnTo>
                  <a:lnTo>
                    <a:pt x="3911308" y="5220072"/>
                  </a:lnTo>
                  <a:lnTo>
                    <a:pt x="3870169" y="5239112"/>
                  </a:lnTo>
                  <a:lnTo>
                    <a:pt x="3828665" y="5257488"/>
                  </a:lnTo>
                  <a:lnTo>
                    <a:pt x="3786804" y="5275195"/>
                  </a:lnTo>
                  <a:lnTo>
                    <a:pt x="3744592" y="5292224"/>
                  </a:lnTo>
                  <a:lnTo>
                    <a:pt x="3702036" y="5308569"/>
                  </a:lnTo>
                  <a:lnTo>
                    <a:pt x="3659142" y="5324224"/>
                  </a:lnTo>
                  <a:lnTo>
                    <a:pt x="3615918" y="5339182"/>
                  </a:lnTo>
                  <a:lnTo>
                    <a:pt x="3572371" y="5353435"/>
                  </a:lnTo>
                  <a:lnTo>
                    <a:pt x="3528506" y="5366977"/>
                  </a:lnTo>
                  <a:lnTo>
                    <a:pt x="3484332" y="5379802"/>
                  </a:lnTo>
                  <a:lnTo>
                    <a:pt x="3439854" y="5391902"/>
                  </a:lnTo>
                  <a:lnTo>
                    <a:pt x="3395079" y="5403270"/>
                  </a:lnTo>
                  <a:lnTo>
                    <a:pt x="3350015" y="5413900"/>
                  </a:lnTo>
                  <a:lnTo>
                    <a:pt x="3304668" y="5423786"/>
                  </a:lnTo>
                  <a:lnTo>
                    <a:pt x="3259045" y="5432919"/>
                  </a:lnTo>
                  <a:lnTo>
                    <a:pt x="3213153" y="5441294"/>
                  </a:lnTo>
                  <a:lnTo>
                    <a:pt x="3166998" y="5448904"/>
                  </a:lnTo>
                  <a:lnTo>
                    <a:pt x="3120588" y="5455741"/>
                  </a:lnTo>
                  <a:lnTo>
                    <a:pt x="3073928" y="5461800"/>
                  </a:lnTo>
                  <a:lnTo>
                    <a:pt x="3027027" y="5467072"/>
                  </a:lnTo>
                  <a:lnTo>
                    <a:pt x="2979890" y="5471553"/>
                  </a:lnTo>
                  <a:lnTo>
                    <a:pt x="2932525" y="5475233"/>
                  </a:lnTo>
                  <a:lnTo>
                    <a:pt x="2884937" y="5478108"/>
                  </a:lnTo>
                  <a:lnTo>
                    <a:pt x="2837135" y="5480170"/>
                  </a:lnTo>
                  <a:lnTo>
                    <a:pt x="2789125" y="5481412"/>
                  </a:lnTo>
                  <a:lnTo>
                    <a:pt x="2740914" y="5481828"/>
                  </a:lnTo>
                  <a:lnTo>
                    <a:pt x="2692702" y="5481412"/>
                  </a:lnTo>
                  <a:lnTo>
                    <a:pt x="2644692" y="5480170"/>
                  </a:lnTo>
                  <a:lnTo>
                    <a:pt x="2596890" y="5478108"/>
                  </a:lnTo>
                  <a:lnTo>
                    <a:pt x="2549302" y="5475233"/>
                  </a:lnTo>
                  <a:lnTo>
                    <a:pt x="2501937" y="5471553"/>
                  </a:lnTo>
                  <a:lnTo>
                    <a:pt x="2454800" y="5467072"/>
                  </a:lnTo>
                  <a:lnTo>
                    <a:pt x="2407899" y="5461800"/>
                  </a:lnTo>
                  <a:lnTo>
                    <a:pt x="2361239" y="5455741"/>
                  </a:lnTo>
                  <a:lnTo>
                    <a:pt x="2314829" y="5448904"/>
                  </a:lnTo>
                  <a:lnTo>
                    <a:pt x="2268674" y="5441294"/>
                  </a:lnTo>
                  <a:lnTo>
                    <a:pt x="2222782" y="5432919"/>
                  </a:lnTo>
                  <a:lnTo>
                    <a:pt x="2177159" y="5423786"/>
                  </a:lnTo>
                  <a:lnTo>
                    <a:pt x="2131812" y="5413900"/>
                  </a:lnTo>
                  <a:lnTo>
                    <a:pt x="2086748" y="5403270"/>
                  </a:lnTo>
                  <a:lnTo>
                    <a:pt x="2041973" y="5391902"/>
                  </a:lnTo>
                  <a:lnTo>
                    <a:pt x="1997495" y="5379802"/>
                  </a:lnTo>
                  <a:lnTo>
                    <a:pt x="1953321" y="5366977"/>
                  </a:lnTo>
                  <a:lnTo>
                    <a:pt x="1909456" y="5353435"/>
                  </a:lnTo>
                  <a:lnTo>
                    <a:pt x="1865909" y="5339182"/>
                  </a:lnTo>
                  <a:lnTo>
                    <a:pt x="1822685" y="5324224"/>
                  </a:lnTo>
                  <a:lnTo>
                    <a:pt x="1779791" y="5308569"/>
                  </a:lnTo>
                  <a:lnTo>
                    <a:pt x="1737235" y="5292224"/>
                  </a:lnTo>
                  <a:lnTo>
                    <a:pt x="1695023" y="5275195"/>
                  </a:lnTo>
                  <a:lnTo>
                    <a:pt x="1653162" y="5257488"/>
                  </a:lnTo>
                  <a:lnTo>
                    <a:pt x="1611658" y="5239112"/>
                  </a:lnTo>
                  <a:lnTo>
                    <a:pt x="1570519" y="5220072"/>
                  </a:lnTo>
                  <a:lnTo>
                    <a:pt x="1529751" y="5200375"/>
                  </a:lnTo>
                  <a:lnTo>
                    <a:pt x="1489361" y="5180029"/>
                  </a:lnTo>
                  <a:lnTo>
                    <a:pt x="1449356" y="5159039"/>
                  </a:lnTo>
                  <a:lnTo>
                    <a:pt x="1409742" y="5137413"/>
                  </a:lnTo>
                  <a:lnTo>
                    <a:pt x="1370527" y="5115158"/>
                  </a:lnTo>
                  <a:lnTo>
                    <a:pt x="1331717" y="5092280"/>
                  </a:lnTo>
                  <a:lnTo>
                    <a:pt x="1293319" y="5068786"/>
                  </a:lnTo>
                  <a:lnTo>
                    <a:pt x="1255340" y="5044683"/>
                  </a:lnTo>
                  <a:lnTo>
                    <a:pt x="1217786" y="5019978"/>
                  </a:lnTo>
                  <a:lnTo>
                    <a:pt x="1180665" y="4994678"/>
                  </a:lnTo>
                  <a:lnTo>
                    <a:pt x="1143983" y="4968788"/>
                  </a:lnTo>
                  <a:lnTo>
                    <a:pt x="1107747" y="4942317"/>
                  </a:lnTo>
                  <a:lnTo>
                    <a:pt x="1071964" y="4915271"/>
                  </a:lnTo>
                  <a:lnTo>
                    <a:pt x="1036641" y="4887656"/>
                  </a:lnTo>
                  <a:lnTo>
                    <a:pt x="1001783" y="4859480"/>
                  </a:lnTo>
                  <a:lnTo>
                    <a:pt x="967399" y="4830750"/>
                  </a:lnTo>
                  <a:lnTo>
                    <a:pt x="933495" y="4801471"/>
                  </a:lnTo>
                  <a:lnTo>
                    <a:pt x="900078" y="4771651"/>
                  </a:lnTo>
                  <a:lnTo>
                    <a:pt x="867154" y="4741297"/>
                  </a:lnTo>
                  <a:lnTo>
                    <a:pt x="834730" y="4710415"/>
                  </a:lnTo>
                  <a:lnTo>
                    <a:pt x="802814" y="4679013"/>
                  </a:lnTo>
                  <a:lnTo>
                    <a:pt x="771412" y="4647097"/>
                  </a:lnTo>
                  <a:lnTo>
                    <a:pt x="740530" y="4614673"/>
                  </a:lnTo>
                  <a:lnTo>
                    <a:pt x="710176" y="4581749"/>
                  </a:lnTo>
                  <a:lnTo>
                    <a:pt x="680356" y="4548332"/>
                  </a:lnTo>
                  <a:lnTo>
                    <a:pt x="651077" y="4514428"/>
                  </a:lnTo>
                  <a:lnTo>
                    <a:pt x="622347" y="4480044"/>
                  </a:lnTo>
                  <a:lnTo>
                    <a:pt x="594171" y="4445186"/>
                  </a:lnTo>
                  <a:lnTo>
                    <a:pt x="566556" y="4409863"/>
                  </a:lnTo>
                  <a:lnTo>
                    <a:pt x="539510" y="4374080"/>
                  </a:lnTo>
                  <a:lnTo>
                    <a:pt x="513039" y="4337844"/>
                  </a:lnTo>
                  <a:lnTo>
                    <a:pt x="487149" y="4301162"/>
                  </a:lnTo>
                  <a:lnTo>
                    <a:pt x="461849" y="4264041"/>
                  </a:lnTo>
                  <a:lnTo>
                    <a:pt x="437144" y="4226487"/>
                  </a:lnTo>
                  <a:lnTo>
                    <a:pt x="413041" y="4188508"/>
                  </a:lnTo>
                  <a:lnTo>
                    <a:pt x="389547" y="4150110"/>
                  </a:lnTo>
                  <a:lnTo>
                    <a:pt x="366669" y="4111300"/>
                  </a:lnTo>
                  <a:lnTo>
                    <a:pt x="344414" y="4072085"/>
                  </a:lnTo>
                  <a:lnTo>
                    <a:pt x="322788" y="4032471"/>
                  </a:lnTo>
                  <a:lnTo>
                    <a:pt x="301798" y="3992466"/>
                  </a:lnTo>
                  <a:lnTo>
                    <a:pt x="281452" y="3952076"/>
                  </a:lnTo>
                  <a:lnTo>
                    <a:pt x="261755" y="3911308"/>
                  </a:lnTo>
                  <a:lnTo>
                    <a:pt x="242715" y="3870169"/>
                  </a:lnTo>
                  <a:lnTo>
                    <a:pt x="224339" y="3828665"/>
                  </a:lnTo>
                  <a:lnTo>
                    <a:pt x="206632" y="3786804"/>
                  </a:lnTo>
                  <a:lnTo>
                    <a:pt x="189603" y="3744592"/>
                  </a:lnTo>
                  <a:lnTo>
                    <a:pt x="173258" y="3702036"/>
                  </a:lnTo>
                  <a:lnTo>
                    <a:pt x="157603" y="3659142"/>
                  </a:lnTo>
                  <a:lnTo>
                    <a:pt x="142645" y="3615918"/>
                  </a:lnTo>
                  <a:lnTo>
                    <a:pt x="128392" y="3572371"/>
                  </a:lnTo>
                  <a:lnTo>
                    <a:pt x="114850" y="3528506"/>
                  </a:lnTo>
                  <a:lnTo>
                    <a:pt x="102025" y="3484332"/>
                  </a:lnTo>
                  <a:lnTo>
                    <a:pt x="89925" y="3439854"/>
                  </a:lnTo>
                  <a:lnTo>
                    <a:pt x="78557" y="3395079"/>
                  </a:lnTo>
                  <a:lnTo>
                    <a:pt x="67927" y="3350015"/>
                  </a:lnTo>
                  <a:lnTo>
                    <a:pt x="58041" y="3304668"/>
                  </a:lnTo>
                  <a:lnTo>
                    <a:pt x="48908" y="3259045"/>
                  </a:lnTo>
                  <a:lnTo>
                    <a:pt x="40533" y="3213153"/>
                  </a:lnTo>
                  <a:lnTo>
                    <a:pt x="32923" y="3166998"/>
                  </a:lnTo>
                  <a:lnTo>
                    <a:pt x="26086" y="3120588"/>
                  </a:lnTo>
                  <a:lnTo>
                    <a:pt x="20027" y="3073928"/>
                  </a:lnTo>
                  <a:lnTo>
                    <a:pt x="14755" y="3027027"/>
                  </a:lnTo>
                  <a:lnTo>
                    <a:pt x="10274" y="2979890"/>
                  </a:lnTo>
                  <a:lnTo>
                    <a:pt x="6594" y="2932525"/>
                  </a:lnTo>
                  <a:lnTo>
                    <a:pt x="3719" y="2884937"/>
                  </a:lnTo>
                  <a:lnTo>
                    <a:pt x="1657" y="2837135"/>
                  </a:lnTo>
                  <a:lnTo>
                    <a:pt x="415" y="2789125"/>
                  </a:lnTo>
                  <a:lnTo>
                    <a:pt x="0" y="2740914"/>
                  </a:lnTo>
                  <a:close/>
                </a:path>
              </a:pathLst>
            </a:custGeom>
            <a:ln w="25400">
              <a:solidFill>
                <a:srgbClr val="DF863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95091" y="233172"/>
              <a:ext cx="2238755" cy="147675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560" y="415544"/>
            <a:ext cx="666432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6155" algn="l"/>
                <a:tab pos="3559175" algn="l"/>
              </a:tabLst>
            </a:pPr>
            <a:r>
              <a:rPr dirty="0" sz="3200" spc="-35"/>
              <a:t>M</a:t>
            </a:r>
            <a:r>
              <a:rPr dirty="0" sz="3200" spc="-390"/>
              <a:t> </a:t>
            </a:r>
            <a:r>
              <a:rPr dirty="0" sz="3200"/>
              <a:t>A</a:t>
            </a:r>
            <a:r>
              <a:rPr dirty="0" sz="3200" spc="-415"/>
              <a:t> </a:t>
            </a:r>
            <a:r>
              <a:rPr dirty="0" sz="3200" spc="215"/>
              <a:t>RKE</a:t>
            </a:r>
            <a:r>
              <a:rPr dirty="0" sz="3200" spc="-470"/>
              <a:t> </a:t>
            </a:r>
            <a:r>
              <a:rPr dirty="0" sz="3200" spc="-50"/>
              <a:t>T</a:t>
            </a:r>
            <a:r>
              <a:rPr dirty="0" sz="3200"/>
              <a:t>	S</a:t>
            </a:r>
            <a:r>
              <a:rPr dirty="0" sz="3200" spc="-300"/>
              <a:t> </a:t>
            </a:r>
            <a:r>
              <a:rPr dirty="0" sz="3200" spc="-125"/>
              <a:t>IZ</a:t>
            </a:r>
            <a:r>
              <a:rPr dirty="0" sz="3200" spc="-480"/>
              <a:t> </a:t>
            </a:r>
            <a:r>
              <a:rPr dirty="0" sz="3200" spc="-50"/>
              <a:t>E</a:t>
            </a:r>
            <a:r>
              <a:rPr dirty="0" sz="3200"/>
              <a:t>	</a:t>
            </a:r>
            <a:r>
              <a:rPr dirty="0" sz="3200" spc="-25"/>
              <a:t>E</a:t>
            </a:r>
            <a:r>
              <a:rPr dirty="0" sz="3200" spc="-455"/>
              <a:t> </a:t>
            </a:r>
            <a:r>
              <a:rPr dirty="0" sz="3200"/>
              <a:t>S</a:t>
            </a:r>
            <a:r>
              <a:rPr dirty="0" sz="3200" spc="-300"/>
              <a:t> </a:t>
            </a:r>
            <a:r>
              <a:rPr dirty="0" sz="3200" spc="-25"/>
              <a:t>T</a:t>
            </a:r>
            <a:r>
              <a:rPr dirty="0" sz="3200" spc="-459"/>
              <a:t> </a:t>
            </a:r>
            <a:r>
              <a:rPr dirty="0" sz="3200" spc="-130"/>
              <a:t>IM</a:t>
            </a:r>
            <a:r>
              <a:rPr dirty="0" sz="3200" spc="-370"/>
              <a:t> </a:t>
            </a:r>
            <a:r>
              <a:rPr dirty="0" sz="3200"/>
              <a:t>A</a:t>
            </a:r>
            <a:r>
              <a:rPr dirty="0" sz="3200" spc="-415"/>
              <a:t> </a:t>
            </a:r>
            <a:r>
              <a:rPr dirty="0" sz="3200" spc="-25"/>
              <a:t>T</a:t>
            </a:r>
            <a:r>
              <a:rPr dirty="0" sz="3200" spc="-459"/>
              <a:t> </a:t>
            </a:r>
            <a:r>
              <a:rPr dirty="0" sz="3200" spc="-120"/>
              <a:t>IO</a:t>
            </a:r>
            <a:r>
              <a:rPr dirty="0" sz="3200" spc="-325"/>
              <a:t> </a:t>
            </a:r>
            <a:r>
              <a:rPr dirty="0" sz="3200" spc="-50"/>
              <a:t>N</a:t>
            </a:r>
            <a:endParaRPr sz="3200"/>
          </a:p>
        </p:txBody>
      </p:sp>
      <p:grpSp>
        <p:nvGrpSpPr>
          <p:cNvPr id="10" name="object 10" descr=""/>
          <p:cNvGrpSpPr/>
          <p:nvPr/>
        </p:nvGrpSpPr>
        <p:grpSpPr>
          <a:xfrm>
            <a:off x="1131061" y="2083561"/>
            <a:ext cx="2766060" cy="2766060"/>
            <a:chOff x="1131061" y="2083561"/>
            <a:chExt cx="2766060" cy="2766060"/>
          </a:xfrm>
        </p:grpSpPr>
        <p:sp>
          <p:nvSpPr>
            <p:cNvPr id="11" name="object 11" descr=""/>
            <p:cNvSpPr/>
            <p:nvPr/>
          </p:nvSpPr>
          <p:spPr>
            <a:xfrm>
              <a:off x="1143761" y="2096261"/>
              <a:ext cx="2740660" cy="2740660"/>
            </a:xfrm>
            <a:custGeom>
              <a:avLst/>
              <a:gdLst/>
              <a:ahLst/>
              <a:cxnLst/>
              <a:rect l="l" t="t" r="r" b="b"/>
              <a:pathLst>
                <a:path w="2740660" h="2740660">
                  <a:moveTo>
                    <a:pt x="1370076" y="0"/>
                  </a:moveTo>
                  <a:lnTo>
                    <a:pt x="1321977" y="828"/>
                  </a:lnTo>
                  <a:lnTo>
                    <a:pt x="1274294" y="3296"/>
                  </a:lnTo>
                  <a:lnTo>
                    <a:pt x="1227055" y="7375"/>
                  </a:lnTo>
                  <a:lnTo>
                    <a:pt x="1180287" y="13039"/>
                  </a:lnTo>
                  <a:lnTo>
                    <a:pt x="1134016" y="20260"/>
                  </a:lnTo>
                  <a:lnTo>
                    <a:pt x="1088271" y="29012"/>
                  </a:lnTo>
                  <a:lnTo>
                    <a:pt x="1043077" y="39266"/>
                  </a:lnTo>
                  <a:lnTo>
                    <a:pt x="998463" y="50997"/>
                  </a:lnTo>
                  <a:lnTo>
                    <a:pt x="954455" y="64176"/>
                  </a:lnTo>
                  <a:lnTo>
                    <a:pt x="911081" y="78777"/>
                  </a:lnTo>
                  <a:lnTo>
                    <a:pt x="868368" y="94772"/>
                  </a:lnTo>
                  <a:lnTo>
                    <a:pt x="826342" y="112135"/>
                  </a:lnTo>
                  <a:lnTo>
                    <a:pt x="785032" y="130838"/>
                  </a:lnTo>
                  <a:lnTo>
                    <a:pt x="744464" y="150853"/>
                  </a:lnTo>
                  <a:lnTo>
                    <a:pt x="704666" y="172155"/>
                  </a:lnTo>
                  <a:lnTo>
                    <a:pt x="665664" y="194715"/>
                  </a:lnTo>
                  <a:lnTo>
                    <a:pt x="627486" y="218506"/>
                  </a:lnTo>
                  <a:lnTo>
                    <a:pt x="590160" y="243501"/>
                  </a:lnTo>
                  <a:lnTo>
                    <a:pt x="553711" y="269674"/>
                  </a:lnTo>
                  <a:lnTo>
                    <a:pt x="518168" y="296996"/>
                  </a:lnTo>
                  <a:lnTo>
                    <a:pt x="483557" y="325441"/>
                  </a:lnTo>
                  <a:lnTo>
                    <a:pt x="449906" y="354982"/>
                  </a:lnTo>
                  <a:lnTo>
                    <a:pt x="417241" y="385591"/>
                  </a:lnTo>
                  <a:lnTo>
                    <a:pt x="385591" y="417241"/>
                  </a:lnTo>
                  <a:lnTo>
                    <a:pt x="354982" y="449906"/>
                  </a:lnTo>
                  <a:lnTo>
                    <a:pt x="325441" y="483557"/>
                  </a:lnTo>
                  <a:lnTo>
                    <a:pt x="296996" y="518168"/>
                  </a:lnTo>
                  <a:lnTo>
                    <a:pt x="269674" y="553711"/>
                  </a:lnTo>
                  <a:lnTo>
                    <a:pt x="243501" y="590160"/>
                  </a:lnTo>
                  <a:lnTo>
                    <a:pt x="218506" y="627486"/>
                  </a:lnTo>
                  <a:lnTo>
                    <a:pt x="194715" y="665664"/>
                  </a:lnTo>
                  <a:lnTo>
                    <a:pt x="172155" y="704666"/>
                  </a:lnTo>
                  <a:lnTo>
                    <a:pt x="150853" y="744464"/>
                  </a:lnTo>
                  <a:lnTo>
                    <a:pt x="130838" y="785032"/>
                  </a:lnTo>
                  <a:lnTo>
                    <a:pt x="112135" y="826342"/>
                  </a:lnTo>
                  <a:lnTo>
                    <a:pt x="94772" y="868368"/>
                  </a:lnTo>
                  <a:lnTo>
                    <a:pt x="78777" y="911081"/>
                  </a:lnTo>
                  <a:lnTo>
                    <a:pt x="64176" y="954455"/>
                  </a:lnTo>
                  <a:lnTo>
                    <a:pt x="50997" y="998463"/>
                  </a:lnTo>
                  <a:lnTo>
                    <a:pt x="39266" y="1043077"/>
                  </a:lnTo>
                  <a:lnTo>
                    <a:pt x="29012" y="1088271"/>
                  </a:lnTo>
                  <a:lnTo>
                    <a:pt x="20260" y="1134016"/>
                  </a:lnTo>
                  <a:lnTo>
                    <a:pt x="13039" y="1180287"/>
                  </a:lnTo>
                  <a:lnTo>
                    <a:pt x="7375" y="1227055"/>
                  </a:lnTo>
                  <a:lnTo>
                    <a:pt x="3296" y="1274294"/>
                  </a:lnTo>
                  <a:lnTo>
                    <a:pt x="828" y="1321977"/>
                  </a:lnTo>
                  <a:lnTo>
                    <a:pt x="0" y="1370076"/>
                  </a:lnTo>
                  <a:lnTo>
                    <a:pt x="828" y="1418174"/>
                  </a:lnTo>
                  <a:lnTo>
                    <a:pt x="3296" y="1465857"/>
                  </a:lnTo>
                  <a:lnTo>
                    <a:pt x="7375" y="1513096"/>
                  </a:lnTo>
                  <a:lnTo>
                    <a:pt x="13039" y="1559864"/>
                  </a:lnTo>
                  <a:lnTo>
                    <a:pt x="20260" y="1606135"/>
                  </a:lnTo>
                  <a:lnTo>
                    <a:pt x="29012" y="1651880"/>
                  </a:lnTo>
                  <a:lnTo>
                    <a:pt x="39266" y="1697074"/>
                  </a:lnTo>
                  <a:lnTo>
                    <a:pt x="50997" y="1741688"/>
                  </a:lnTo>
                  <a:lnTo>
                    <a:pt x="64176" y="1785696"/>
                  </a:lnTo>
                  <a:lnTo>
                    <a:pt x="78777" y="1829070"/>
                  </a:lnTo>
                  <a:lnTo>
                    <a:pt x="94772" y="1871783"/>
                  </a:lnTo>
                  <a:lnTo>
                    <a:pt x="112135" y="1913809"/>
                  </a:lnTo>
                  <a:lnTo>
                    <a:pt x="130838" y="1955119"/>
                  </a:lnTo>
                  <a:lnTo>
                    <a:pt x="150853" y="1995687"/>
                  </a:lnTo>
                  <a:lnTo>
                    <a:pt x="172155" y="2035485"/>
                  </a:lnTo>
                  <a:lnTo>
                    <a:pt x="194715" y="2074487"/>
                  </a:lnTo>
                  <a:lnTo>
                    <a:pt x="218506" y="2112665"/>
                  </a:lnTo>
                  <a:lnTo>
                    <a:pt x="243501" y="2149991"/>
                  </a:lnTo>
                  <a:lnTo>
                    <a:pt x="269674" y="2186440"/>
                  </a:lnTo>
                  <a:lnTo>
                    <a:pt x="296996" y="2221983"/>
                  </a:lnTo>
                  <a:lnTo>
                    <a:pt x="325441" y="2256594"/>
                  </a:lnTo>
                  <a:lnTo>
                    <a:pt x="354982" y="2290245"/>
                  </a:lnTo>
                  <a:lnTo>
                    <a:pt x="385591" y="2322910"/>
                  </a:lnTo>
                  <a:lnTo>
                    <a:pt x="417241" y="2354560"/>
                  </a:lnTo>
                  <a:lnTo>
                    <a:pt x="449906" y="2385169"/>
                  </a:lnTo>
                  <a:lnTo>
                    <a:pt x="483557" y="2414710"/>
                  </a:lnTo>
                  <a:lnTo>
                    <a:pt x="518168" y="2443155"/>
                  </a:lnTo>
                  <a:lnTo>
                    <a:pt x="553711" y="2470477"/>
                  </a:lnTo>
                  <a:lnTo>
                    <a:pt x="590160" y="2496650"/>
                  </a:lnTo>
                  <a:lnTo>
                    <a:pt x="627486" y="2521645"/>
                  </a:lnTo>
                  <a:lnTo>
                    <a:pt x="665664" y="2545436"/>
                  </a:lnTo>
                  <a:lnTo>
                    <a:pt x="704666" y="2567996"/>
                  </a:lnTo>
                  <a:lnTo>
                    <a:pt x="744464" y="2589298"/>
                  </a:lnTo>
                  <a:lnTo>
                    <a:pt x="785032" y="2609313"/>
                  </a:lnTo>
                  <a:lnTo>
                    <a:pt x="826342" y="2628016"/>
                  </a:lnTo>
                  <a:lnTo>
                    <a:pt x="868368" y="2645379"/>
                  </a:lnTo>
                  <a:lnTo>
                    <a:pt x="911081" y="2661374"/>
                  </a:lnTo>
                  <a:lnTo>
                    <a:pt x="954455" y="2675975"/>
                  </a:lnTo>
                  <a:lnTo>
                    <a:pt x="998463" y="2689154"/>
                  </a:lnTo>
                  <a:lnTo>
                    <a:pt x="1043077" y="2700885"/>
                  </a:lnTo>
                  <a:lnTo>
                    <a:pt x="1088271" y="2711139"/>
                  </a:lnTo>
                  <a:lnTo>
                    <a:pt x="1134016" y="2719891"/>
                  </a:lnTo>
                  <a:lnTo>
                    <a:pt x="1180287" y="2727112"/>
                  </a:lnTo>
                  <a:lnTo>
                    <a:pt x="1227055" y="2732776"/>
                  </a:lnTo>
                  <a:lnTo>
                    <a:pt x="1274294" y="2736855"/>
                  </a:lnTo>
                  <a:lnTo>
                    <a:pt x="1321977" y="2739323"/>
                  </a:lnTo>
                  <a:lnTo>
                    <a:pt x="1370076" y="2740152"/>
                  </a:lnTo>
                  <a:lnTo>
                    <a:pt x="1418174" y="2739323"/>
                  </a:lnTo>
                  <a:lnTo>
                    <a:pt x="1465857" y="2736855"/>
                  </a:lnTo>
                  <a:lnTo>
                    <a:pt x="1513096" y="2732776"/>
                  </a:lnTo>
                  <a:lnTo>
                    <a:pt x="1559864" y="2727112"/>
                  </a:lnTo>
                  <a:lnTo>
                    <a:pt x="1606135" y="2719891"/>
                  </a:lnTo>
                  <a:lnTo>
                    <a:pt x="1651880" y="2711139"/>
                  </a:lnTo>
                  <a:lnTo>
                    <a:pt x="1697074" y="2700885"/>
                  </a:lnTo>
                  <a:lnTo>
                    <a:pt x="1741688" y="2689154"/>
                  </a:lnTo>
                  <a:lnTo>
                    <a:pt x="1785696" y="2675975"/>
                  </a:lnTo>
                  <a:lnTo>
                    <a:pt x="1829070" y="2661374"/>
                  </a:lnTo>
                  <a:lnTo>
                    <a:pt x="1871783" y="2645379"/>
                  </a:lnTo>
                  <a:lnTo>
                    <a:pt x="1913809" y="2628016"/>
                  </a:lnTo>
                  <a:lnTo>
                    <a:pt x="1955119" y="2609313"/>
                  </a:lnTo>
                  <a:lnTo>
                    <a:pt x="1995687" y="2589298"/>
                  </a:lnTo>
                  <a:lnTo>
                    <a:pt x="2035485" y="2567996"/>
                  </a:lnTo>
                  <a:lnTo>
                    <a:pt x="2074487" y="2545436"/>
                  </a:lnTo>
                  <a:lnTo>
                    <a:pt x="2112665" y="2521645"/>
                  </a:lnTo>
                  <a:lnTo>
                    <a:pt x="2149991" y="2496650"/>
                  </a:lnTo>
                  <a:lnTo>
                    <a:pt x="2186440" y="2470477"/>
                  </a:lnTo>
                  <a:lnTo>
                    <a:pt x="2221983" y="2443155"/>
                  </a:lnTo>
                  <a:lnTo>
                    <a:pt x="2256594" y="2414710"/>
                  </a:lnTo>
                  <a:lnTo>
                    <a:pt x="2290245" y="2385169"/>
                  </a:lnTo>
                  <a:lnTo>
                    <a:pt x="2322910" y="2354560"/>
                  </a:lnTo>
                  <a:lnTo>
                    <a:pt x="2354560" y="2322910"/>
                  </a:lnTo>
                  <a:lnTo>
                    <a:pt x="2385169" y="2290245"/>
                  </a:lnTo>
                  <a:lnTo>
                    <a:pt x="2414710" y="2256594"/>
                  </a:lnTo>
                  <a:lnTo>
                    <a:pt x="2443155" y="2221983"/>
                  </a:lnTo>
                  <a:lnTo>
                    <a:pt x="2470477" y="2186440"/>
                  </a:lnTo>
                  <a:lnTo>
                    <a:pt x="2496650" y="2149991"/>
                  </a:lnTo>
                  <a:lnTo>
                    <a:pt x="2521645" y="2112665"/>
                  </a:lnTo>
                  <a:lnTo>
                    <a:pt x="2545436" y="2074487"/>
                  </a:lnTo>
                  <a:lnTo>
                    <a:pt x="2567996" y="2035485"/>
                  </a:lnTo>
                  <a:lnTo>
                    <a:pt x="2589298" y="1995687"/>
                  </a:lnTo>
                  <a:lnTo>
                    <a:pt x="2609313" y="1955119"/>
                  </a:lnTo>
                  <a:lnTo>
                    <a:pt x="2628016" y="1913809"/>
                  </a:lnTo>
                  <a:lnTo>
                    <a:pt x="2645379" y="1871783"/>
                  </a:lnTo>
                  <a:lnTo>
                    <a:pt x="2661374" y="1829070"/>
                  </a:lnTo>
                  <a:lnTo>
                    <a:pt x="2675975" y="1785696"/>
                  </a:lnTo>
                  <a:lnTo>
                    <a:pt x="2689154" y="1741688"/>
                  </a:lnTo>
                  <a:lnTo>
                    <a:pt x="2700885" y="1697074"/>
                  </a:lnTo>
                  <a:lnTo>
                    <a:pt x="2711139" y="1651880"/>
                  </a:lnTo>
                  <a:lnTo>
                    <a:pt x="2719891" y="1606135"/>
                  </a:lnTo>
                  <a:lnTo>
                    <a:pt x="2727112" y="1559864"/>
                  </a:lnTo>
                  <a:lnTo>
                    <a:pt x="2732776" y="1513096"/>
                  </a:lnTo>
                  <a:lnTo>
                    <a:pt x="2736855" y="1465857"/>
                  </a:lnTo>
                  <a:lnTo>
                    <a:pt x="2739323" y="1418174"/>
                  </a:lnTo>
                  <a:lnTo>
                    <a:pt x="2740152" y="1370076"/>
                  </a:lnTo>
                  <a:lnTo>
                    <a:pt x="2739323" y="1321977"/>
                  </a:lnTo>
                  <a:lnTo>
                    <a:pt x="2736855" y="1274294"/>
                  </a:lnTo>
                  <a:lnTo>
                    <a:pt x="2732776" y="1227055"/>
                  </a:lnTo>
                  <a:lnTo>
                    <a:pt x="2727112" y="1180287"/>
                  </a:lnTo>
                  <a:lnTo>
                    <a:pt x="2719891" y="1134016"/>
                  </a:lnTo>
                  <a:lnTo>
                    <a:pt x="2711139" y="1088271"/>
                  </a:lnTo>
                  <a:lnTo>
                    <a:pt x="2700885" y="1043077"/>
                  </a:lnTo>
                  <a:lnTo>
                    <a:pt x="2689154" y="998463"/>
                  </a:lnTo>
                  <a:lnTo>
                    <a:pt x="2675975" y="954455"/>
                  </a:lnTo>
                  <a:lnTo>
                    <a:pt x="2661374" y="911081"/>
                  </a:lnTo>
                  <a:lnTo>
                    <a:pt x="2645379" y="868368"/>
                  </a:lnTo>
                  <a:lnTo>
                    <a:pt x="2628016" y="826342"/>
                  </a:lnTo>
                  <a:lnTo>
                    <a:pt x="2609313" y="785032"/>
                  </a:lnTo>
                  <a:lnTo>
                    <a:pt x="2589298" y="744464"/>
                  </a:lnTo>
                  <a:lnTo>
                    <a:pt x="2567996" y="704666"/>
                  </a:lnTo>
                  <a:lnTo>
                    <a:pt x="2545436" y="665664"/>
                  </a:lnTo>
                  <a:lnTo>
                    <a:pt x="2521645" y="627486"/>
                  </a:lnTo>
                  <a:lnTo>
                    <a:pt x="2496650" y="590160"/>
                  </a:lnTo>
                  <a:lnTo>
                    <a:pt x="2470477" y="553711"/>
                  </a:lnTo>
                  <a:lnTo>
                    <a:pt x="2443155" y="518168"/>
                  </a:lnTo>
                  <a:lnTo>
                    <a:pt x="2414710" y="483557"/>
                  </a:lnTo>
                  <a:lnTo>
                    <a:pt x="2385169" y="449906"/>
                  </a:lnTo>
                  <a:lnTo>
                    <a:pt x="2354560" y="417241"/>
                  </a:lnTo>
                  <a:lnTo>
                    <a:pt x="2322910" y="385591"/>
                  </a:lnTo>
                  <a:lnTo>
                    <a:pt x="2290245" y="354982"/>
                  </a:lnTo>
                  <a:lnTo>
                    <a:pt x="2256594" y="325441"/>
                  </a:lnTo>
                  <a:lnTo>
                    <a:pt x="2221983" y="296996"/>
                  </a:lnTo>
                  <a:lnTo>
                    <a:pt x="2186440" y="269674"/>
                  </a:lnTo>
                  <a:lnTo>
                    <a:pt x="2149991" y="243501"/>
                  </a:lnTo>
                  <a:lnTo>
                    <a:pt x="2112665" y="218506"/>
                  </a:lnTo>
                  <a:lnTo>
                    <a:pt x="2074487" y="194715"/>
                  </a:lnTo>
                  <a:lnTo>
                    <a:pt x="2035485" y="172155"/>
                  </a:lnTo>
                  <a:lnTo>
                    <a:pt x="1995687" y="150853"/>
                  </a:lnTo>
                  <a:lnTo>
                    <a:pt x="1955119" y="130838"/>
                  </a:lnTo>
                  <a:lnTo>
                    <a:pt x="1913809" y="112135"/>
                  </a:lnTo>
                  <a:lnTo>
                    <a:pt x="1871783" y="94772"/>
                  </a:lnTo>
                  <a:lnTo>
                    <a:pt x="1829070" y="78777"/>
                  </a:lnTo>
                  <a:lnTo>
                    <a:pt x="1785696" y="64176"/>
                  </a:lnTo>
                  <a:lnTo>
                    <a:pt x="1741688" y="50997"/>
                  </a:lnTo>
                  <a:lnTo>
                    <a:pt x="1697074" y="39266"/>
                  </a:lnTo>
                  <a:lnTo>
                    <a:pt x="1651880" y="29012"/>
                  </a:lnTo>
                  <a:lnTo>
                    <a:pt x="1606135" y="20260"/>
                  </a:lnTo>
                  <a:lnTo>
                    <a:pt x="1559864" y="13039"/>
                  </a:lnTo>
                  <a:lnTo>
                    <a:pt x="1513096" y="7375"/>
                  </a:lnTo>
                  <a:lnTo>
                    <a:pt x="1465857" y="3296"/>
                  </a:lnTo>
                  <a:lnTo>
                    <a:pt x="1418174" y="828"/>
                  </a:lnTo>
                  <a:lnTo>
                    <a:pt x="1370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43761" y="2096261"/>
              <a:ext cx="2740660" cy="2740660"/>
            </a:xfrm>
            <a:custGeom>
              <a:avLst/>
              <a:gdLst/>
              <a:ahLst/>
              <a:cxnLst/>
              <a:rect l="l" t="t" r="r" b="b"/>
              <a:pathLst>
                <a:path w="2740660" h="2740660">
                  <a:moveTo>
                    <a:pt x="0" y="1370076"/>
                  </a:moveTo>
                  <a:lnTo>
                    <a:pt x="828" y="1321977"/>
                  </a:lnTo>
                  <a:lnTo>
                    <a:pt x="3296" y="1274294"/>
                  </a:lnTo>
                  <a:lnTo>
                    <a:pt x="7375" y="1227055"/>
                  </a:lnTo>
                  <a:lnTo>
                    <a:pt x="13039" y="1180287"/>
                  </a:lnTo>
                  <a:lnTo>
                    <a:pt x="20260" y="1134016"/>
                  </a:lnTo>
                  <a:lnTo>
                    <a:pt x="29012" y="1088271"/>
                  </a:lnTo>
                  <a:lnTo>
                    <a:pt x="39266" y="1043077"/>
                  </a:lnTo>
                  <a:lnTo>
                    <a:pt x="50997" y="998463"/>
                  </a:lnTo>
                  <a:lnTo>
                    <a:pt x="64176" y="954455"/>
                  </a:lnTo>
                  <a:lnTo>
                    <a:pt x="78777" y="911081"/>
                  </a:lnTo>
                  <a:lnTo>
                    <a:pt x="94772" y="868368"/>
                  </a:lnTo>
                  <a:lnTo>
                    <a:pt x="112135" y="826342"/>
                  </a:lnTo>
                  <a:lnTo>
                    <a:pt x="130838" y="785032"/>
                  </a:lnTo>
                  <a:lnTo>
                    <a:pt x="150853" y="744464"/>
                  </a:lnTo>
                  <a:lnTo>
                    <a:pt x="172155" y="704666"/>
                  </a:lnTo>
                  <a:lnTo>
                    <a:pt x="194715" y="665664"/>
                  </a:lnTo>
                  <a:lnTo>
                    <a:pt x="218506" y="627486"/>
                  </a:lnTo>
                  <a:lnTo>
                    <a:pt x="243501" y="590160"/>
                  </a:lnTo>
                  <a:lnTo>
                    <a:pt x="269674" y="553711"/>
                  </a:lnTo>
                  <a:lnTo>
                    <a:pt x="296996" y="518168"/>
                  </a:lnTo>
                  <a:lnTo>
                    <a:pt x="325441" y="483557"/>
                  </a:lnTo>
                  <a:lnTo>
                    <a:pt x="354982" y="449906"/>
                  </a:lnTo>
                  <a:lnTo>
                    <a:pt x="385591" y="417241"/>
                  </a:lnTo>
                  <a:lnTo>
                    <a:pt x="417241" y="385591"/>
                  </a:lnTo>
                  <a:lnTo>
                    <a:pt x="449906" y="354982"/>
                  </a:lnTo>
                  <a:lnTo>
                    <a:pt x="483557" y="325441"/>
                  </a:lnTo>
                  <a:lnTo>
                    <a:pt x="518168" y="296996"/>
                  </a:lnTo>
                  <a:lnTo>
                    <a:pt x="553711" y="269674"/>
                  </a:lnTo>
                  <a:lnTo>
                    <a:pt x="590160" y="243501"/>
                  </a:lnTo>
                  <a:lnTo>
                    <a:pt x="627486" y="218506"/>
                  </a:lnTo>
                  <a:lnTo>
                    <a:pt x="665664" y="194715"/>
                  </a:lnTo>
                  <a:lnTo>
                    <a:pt x="704666" y="172155"/>
                  </a:lnTo>
                  <a:lnTo>
                    <a:pt x="744464" y="150853"/>
                  </a:lnTo>
                  <a:lnTo>
                    <a:pt x="785032" y="130838"/>
                  </a:lnTo>
                  <a:lnTo>
                    <a:pt x="826342" y="112135"/>
                  </a:lnTo>
                  <a:lnTo>
                    <a:pt x="868368" y="94772"/>
                  </a:lnTo>
                  <a:lnTo>
                    <a:pt x="911081" y="78777"/>
                  </a:lnTo>
                  <a:lnTo>
                    <a:pt x="954455" y="64176"/>
                  </a:lnTo>
                  <a:lnTo>
                    <a:pt x="998463" y="50997"/>
                  </a:lnTo>
                  <a:lnTo>
                    <a:pt x="1043077" y="39266"/>
                  </a:lnTo>
                  <a:lnTo>
                    <a:pt x="1088271" y="29012"/>
                  </a:lnTo>
                  <a:lnTo>
                    <a:pt x="1134016" y="20260"/>
                  </a:lnTo>
                  <a:lnTo>
                    <a:pt x="1180287" y="13039"/>
                  </a:lnTo>
                  <a:lnTo>
                    <a:pt x="1227055" y="7375"/>
                  </a:lnTo>
                  <a:lnTo>
                    <a:pt x="1274294" y="3296"/>
                  </a:lnTo>
                  <a:lnTo>
                    <a:pt x="1321977" y="828"/>
                  </a:lnTo>
                  <a:lnTo>
                    <a:pt x="1370076" y="0"/>
                  </a:lnTo>
                  <a:lnTo>
                    <a:pt x="1418174" y="828"/>
                  </a:lnTo>
                  <a:lnTo>
                    <a:pt x="1465857" y="3296"/>
                  </a:lnTo>
                  <a:lnTo>
                    <a:pt x="1513096" y="7375"/>
                  </a:lnTo>
                  <a:lnTo>
                    <a:pt x="1559864" y="13039"/>
                  </a:lnTo>
                  <a:lnTo>
                    <a:pt x="1606135" y="20260"/>
                  </a:lnTo>
                  <a:lnTo>
                    <a:pt x="1651880" y="29012"/>
                  </a:lnTo>
                  <a:lnTo>
                    <a:pt x="1697074" y="39266"/>
                  </a:lnTo>
                  <a:lnTo>
                    <a:pt x="1741688" y="50997"/>
                  </a:lnTo>
                  <a:lnTo>
                    <a:pt x="1785696" y="64176"/>
                  </a:lnTo>
                  <a:lnTo>
                    <a:pt x="1829070" y="78777"/>
                  </a:lnTo>
                  <a:lnTo>
                    <a:pt x="1871783" y="94772"/>
                  </a:lnTo>
                  <a:lnTo>
                    <a:pt x="1913809" y="112135"/>
                  </a:lnTo>
                  <a:lnTo>
                    <a:pt x="1955119" y="130838"/>
                  </a:lnTo>
                  <a:lnTo>
                    <a:pt x="1995687" y="150853"/>
                  </a:lnTo>
                  <a:lnTo>
                    <a:pt x="2035485" y="172155"/>
                  </a:lnTo>
                  <a:lnTo>
                    <a:pt x="2074487" y="194715"/>
                  </a:lnTo>
                  <a:lnTo>
                    <a:pt x="2112665" y="218506"/>
                  </a:lnTo>
                  <a:lnTo>
                    <a:pt x="2149991" y="243501"/>
                  </a:lnTo>
                  <a:lnTo>
                    <a:pt x="2186440" y="269674"/>
                  </a:lnTo>
                  <a:lnTo>
                    <a:pt x="2221983" y="296996"/>
                  </a:lnTo>
                  <a:lnTo>
                    <a:pt x="2256594" y="325441"/>
                  </a:lnTo>
                  <a:lnTo>
                    <a:pt x="2290245" y="354982"/>
                  </a:lnTo>
                  <a:lnTo>
                    <a:pt x="2322910" y="385591"/>
                  </a:lnTo>
                  <a:lnTo>
                    <a:pt x="2354560" y="417241"/>
                  </a:lnTo>
                  <a:lnTo>
                    <a:pt x="2385169" y="449906"/>
                  </a:lnTo>
                  <a:lnTo>
                    <a:pt x="2414710" y="483557"/>
                  </a:lnTo>
                  <a:lnTo>
                    <a:pt x="2443155" y="518168"/>
                  </a:lnTo>
                  <a:lnTo>
                    <a:pt x="2470477" y="553711"/>
                  </a:lnTo>
                  <a:lnTo>
                    <a:pt x="2496650" y="590160"/>
                  </a:lnTo>
                  <a:lnTo>
                    <a:pt x="2521645" y="627486"/>
                  </a:lnTo>
                  <a:lnTo>
                    <a:pt x="2545436" y="665664"/>
                  </a:lnTo>
                  <a:lnTo>
                    <a:pt x="2567996" y="704666"/>
                  </a:lnTo>
                  <a:lnTo>
                    <a:pt x="2589298" y="744464"/>
                  </a:lnTo>
                  <a:lnTo>
                    <a:pt x="2609313" y="785032"/>
                  </a:lnTo>
                  <a:lnTo>
                    <a:pt x="2628016" y="826342"/>
                  </a:lnTo>
                  <a:lnTo>
                    <a:pt x="2645379" y="868368"/>
                  </a:lnTo>
                  <a:lnTo>
                    <a:pt x="2661374" y="911081"/>
                  </a:lnTo>
                  <a:lnTo>
                    <a:pt x="2675975" y="954455"/>
                  </a:lnTo>
                  <a:lnTo>
                    <a:pt x="2689154" y="998463"/>
                  </a:lnTo>
                  <a:lnTo>
                    <a:pt x="2700885" y="1043077"/>
                  </a:lnTo>
                  <a:lnTo>
                    <a:pt x="2711139" y="1088271"/>
                  </a:lnTo>
                  <a:lnTo>
                    <a:pt x="2719891" y="1134016"/>
                  </a:lnTo>
                  <a:lnTo>
                    <a:pt x="2727112" y="1180287"/>
                  </a:lnTo>
                  <a:lnTo>
                    <a:pt x="2732776" y="1227055"/>
                  </a:lnTo>
                  <a:lnTo>
                    <a:pt x="2736855" y="1274294"/>
                  </a:lnTo>
                  <a:lnTo>
                    <a:pt x="2739323" y="1321977"/>
                  </a:lnTo>
                  <a:lnTo>
                    <a:pt x="2740152" y="1370076"/>
                  </a:lnTo>
                  <a:lnTo>
                    <a:pt x="2739323" y="1418174"/>
                  </a:lnTo>
                  <a:lnTo>
                    <a:pt x="2736855" y="1465857"/>
                  </a:lnTo>
                  <a:lnTo>
                    <a:pt x="2732776" y="1513096"/>
                  </a:lnTo>
                  <a:lnTo>
                    <a:pt x="2727112" y="1559864"/>
                  </a:lnTo>
                  <a:lnTo>
                    <a:pt x="2719891" y="1606135"/>
                  </a:lnTo>
                  <a:lnTo>
                    <a:pt x="2711139" y="1651880"/>
                  </a:lnTo>
                  <a:lnTo>
                    <a:pt x="2700885" y="1697074"/>
                  </a:lnTo>
                  <a:lnTo>
                    <a:pt x="2689154" y="1741688"/>
                  </a:lnTo>
                  <a:lnTo>
                    <a:pt x="2675975" y="1785696"/>
                  </a:lnTo>
                  <a:lnTo>
                    <a:pt x="2661374" y="1829070"/>
                  </a:lnTo>
                  <a:lnTo>
                    <a:pt x="2645379" y="1871783"/>
                  </a:lnTo>
                  <a:lnTo>
                    <a:pt x="2628016" y="1913809"/>
                  </a:lnTo>
                  <a:lnTo>
                    <a:pt x="2609313" y="1955119"/>
                  </a:lnTo>
                  <a:lnTo>
                    <a:pt x="2589298" y="1995687"/>
                  </a:lnTo>
                  <a:lnTo>
                    <a:pt x="2567996" y="2035485"/>
                  </a:lnTo>
                  <a:lnTo>
                    <a:pt x="2545436" y="2074487"/>
                  </a:lnTo>
                  <a:lnTo>
                    <a:pt x="2521645" y="2112665"/>
                  </a:lnTo>
                  <a:lnTo>
                    <a:pt x="2496650" y="2149991"/>
                  </a:lnTo>
                  <a:lnTo>
                    <a:pt x="2470477" y="2186440"/>
                  </a:lnTo>
                  <a:lnTo>
                    <a:pt x="2443155" y="2221983"/>
                  </a:lnTo>
                  <a:lnTo>
                    <a:pt x="2414710" y="2256594"/>
                  </a:lnTo>
                  <a:lnTo>
                    <a:pt x="2385169" y="2290245"/>
                  </a:lnTo>
                  <a:lnTo>
                    <a:pt x="2354560" y="2322910"/>
                  </a:lnTo>
                  <a:lnTo>
                    <a:pt x="2322910" y="2354560"/>
                  </a:lnTo>
                  <a:lnTo>
                    <a:pt x="2290245" y="2385169"/>
                  </a:lnTo>
                  <a:lnTo>
                    <a:pt x="2256594" y="2414710"/>
                  </a:lnTo>
                  <a:lnTo>
                    <a:pt x="2221983" y="2443155"/>
                  </a:lnTo>
                  <a:lnTo>
                    <a:pt x="2186440" y="2470477"/>
                  </a:lnTo>
                  <a:lnTo>
                    <a:pt x="2149991" y="2496650"/>
                  </a:lnTo>
                  <a:lnTo>
                    <a:pt x="2112665" y="2521645"/>
                  </a:lnTo>
                  <a:lnTo>
                    <a:pt x="2074487" y="2545436"/>
                  </a:lnTo>
                  <a:lnTo>
                    <a:pt x="2035485" y="2567996"/>
                  </a:lnTo>
                  <a:lnTo>
                    <a:pt x="1995687" y="2589298"/>
                  </a:lnTo>
                  <a:lnTo>
                    <a:pt x="1955119" y="2609313"/>
                  </a:lnTo>
                  <a:lnTo>
                    <a:pt x="1913809" y="2628016"/>
                  </a:lnTo>
                  <a:lnTo>
                    <a:pt x="1871783" y="2645379"/>
                  </a:lnTo>
                  <a:lnTo>
                    <a:pt x="1829070" y="2661374"/>
                  </a:lnTo>
                  <a:lnTo>
                    <a:pt x="1785696" y="2675975"/>
                  </a:lnTo>
                  <a:lnTo>
                    <a:pt x="1741688" y="2689154"/>
                  </a:lnTo>
                  <a:lnTo>
                    <a:pt x="1697074" y="2700885"/>
                  </a:lnTo>
                  <a:lnTo>
                    <a:pt x="1651880" y="2711139"/>
                  </a:lnTo>
                  <a:lnTo>
                    <a:pt x="1606135" y="2719891"/>
                  </a:lnTo>
                  <a:lnTo>
                    <a:pt x="1559864" y="2727112"/>
                  </a:lnTo>
                  <a:lnTo>
                    <a:pt x="1513096" y="2732776"/>
                  </a:lnTo>
                  <a:lnTo>
                    <a:pt x="1465857" y="2736855"/>
                  </a:lnTo>
                  <a:lnTo>
                    <a:pt x="1418174" y="2739323"/>
                  </a:lnTo>
                  <a:lnTo>
                    <a:pt x="1370076" y="2740152"/>
                  </a:lnTo>
                  <a:lnTo>
                    <a:pt x="1321977" y="2739323"/>
                  </a:lnTo>
                  <a:lnTo>
                    <a:pt x="1274294" y="2736855"/>
                  </a:lnTo>
                  <a:lnTo>
                    <a:pt x="1227055" y="2732776"/>
                  </a:lnTo>
                  <a:lnTo>
                    <a:pt x="1180287" y="2727112"/>
                  </a:lnTo>
                  <a:lnTo>
                    <a:pt x="1134016" y="2719891"/>
                  </a:lnTo>
                  <a:lnTo>
                    <a:pt x="1088271" y="2711139"/>
                  </a:lnTo>
                  <a:lnTo>
                    <a:pt x="1043077" y="2700885"/>
                  </a:lnTo>
                  <a:lnTo>
                    <a:pt x="998463" y="2689154"/>
                  </a:lnTo>
                  <a:lnTo>
                    <a:pt x="954455" y="2675975"/>
                  </a:lnTo>
                  <a:lnTo>
                    <a:pt x="911081" y="2661374"/>
                  </a:lnTo>
                  <a:lnTo>
                    <a:pt x="868368" y="2645379"/>
                  </a:lnTo>
                  <a:lnTo>
                    <a:pt x="826342" y="2628016"/>
                  </a:lnTo>
                  <a:lnTo>
                    <a:pt x="785032" y="2609313"/>
                  </a:lnTo>
                  <a:lnTo>
                    <a:pt x="744464" y="2589298"/>
                  </a:lnTo>
                  <a:lnTo>
                    <a:pt x="704666" y="2567996"/>
                  </a:lnTo>
                  <a:lnTo>
                    <a:pt x="665664" y="2545436"/>
                  </a:lnTo>
                  <a:lnTo>
                    <a:pt x="627486" y="2521645"/>
                  </a:lnTo>
                  <a:lnTo>
                    <a:pt x="590160" y="2496650"/>
                  </a:lnTo>
                  <a:lnTo>
                    <a:pt x="553711" y="2470477"/>
                  </a:lnTo>
                  <a:lnTo>
                    <a:pt x="518168" y="2443155"/>
                  </a:lnTo>
                  <a:lnTo>
                    <a:pt x="483557" y="2414710"/>
                  </a:lnTo>
                  <a:lnTo>
                    <a:pt x="449906" y="2385169"/>
                  </a:lnTo>
                  <a:lnTo>
                    <a:pt x="417241" y="2354560"/>
                  </a:lnTo>
                  <a:lnTo>
                    <a:pt x="385591" y="2322910"/>
                  </a:lnTo>
                  <a:lnTo>
                    <a:pt x="354982" y="2290245"/>
                  </a:lnTo>
                  <a:lnTo>
                    <a:pt x="325441" y="2256594"/>
                  </a:lnTo>
                  <a:lnTo>
                    <a:pt x="296996" y="2221983"/>
                  </a:lnTo>
                  <a:lnTo>
                    <a:pt x="269674" y="2186440"/>
                  </a:lnTo>
                  <a:lnTo>
                    <a:pt x="243501" y="2149991"/>
                  </a:lnTo>
                  <a:lnTo>
                    <a:pt x="218506" y="2112665"/>
                  </a:lnTo>
                  <a:lnTo>
                    <a:pt x="194715" y="2074487"/>
                  </a:lnTo>
                  <a:lnTo>
                    <a:pt x="172155" y="2035485"/>
                  </a:lnTo>
                  <a:lnTo>
                    <a:pt x="150853" y="1995687"/>
                  </a:lnTo>
                  <a:lnTo>
                    <a:pt x="130838" y="1955119"/>
                  </a:lnTo>
                  <a:lnTo>
                    <a:pt x="112135" y="1913809"/>
                  </a:lnTo>
                  <a:lnTo>
                    <a:pt x="94772" y="1871783"/>
                  </a:lnTo>
                  <a:lnTo>
                    <a:pt x="78777" y="1829070"/>
                  </a:lnTo>
                  <a:lnTo>
                    <a:pt x="64176" y="1785696"/>
                  </a:lnTo>
                  <a:lnTo>
                    <a:pt x="50997" y="1741688"/>
                  </a:lnTo>
                  <a:lnTo>
                    <a:pt x="39266" y="1697074"/>
                  </a:lnTo>
                  <a:lnTo>
                    <a:pt x="29012" y="1651880"/>
                  </a:lnTo>
                  <a:lnTo>
                    <a:pt x="20260" y="1606135"/>
                  </a:lnTo>
                  <a:lnTo>
                    <a:pt x="13039" y="1559864"/>
                  </a:lnTo>
                  <a:lnTo>
                    <a:pt x="7375" y="1513096"/>
                  </a:lnTo>
                  <a:lnTo>
                    <a:pt x="3296" y="1465857"/>
                  </a:lnTo>
                  <a:lnTo>
                    <a:pt x="828" y="1418174"/>
                  </a:lnTo>
                  <a:lnTo>
                    <a:pt x="0" y="1370076"/>
                  </a:lnTo>
                  <a:close/>
                </a:path>
              </a:pathLst>
            </a:custGeom>
            <a:ln w="25400">
              <a:solidFill>
                <a:srgbClr val="DF86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623186" y="3608070"/>
            <a:ext cx="13868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29</a:t>
            </a:r>
            <a:r>
              <a:rPr dirty="0" sz="2400" spc="-10">
                <a:latin typeface="Calibri"/>
                <a:cs typeface="Calibri"/>
              </a:rPr>
              <a:t> CRORES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236461" y="1702561"/>
            <a:ext cx="4137660" cy="4137660"/>
            <a:chOff x="6236461" y="1702561"/>
            <a:chExt cx="4137660" cy="4137660"/>
          </a:xfrm>
        </p:grpSpPr>
        <p:sp>
          <p:nvSpPr>
            <p:cNvPr id="15" name="object 15" descr=""/>
            <p:cNvSpPr/>
            <p:nvPr/>
          </p:nvSpPr>
          <p:spPr>
            <a:xfrm>
              <a:off x="6249161" y="1715261"/>
              <a:ext cx="4112260" cy="4112260"/>
            </a:xfrm>
            <a:custGeom>
              <a:avLst/>
              <a:gdLst/>
              <a:ahLst/>
              <a:cxnLst/>
              <a:rect l="l" t="t" r="r" b="b"/>
              <a:pathLst>
                <a:path w="4112259" h="4112260">
                  <a:moveTo>
                    <a:pt x="2055876" y="0"/>
                  </a:moveTo>
                  <a:lnTo>
                    <a:pt x="2007350" y="561"/>
                  </a:lnTo>
                  <a:lnTo>
                    <a:pt x="1959100" y="2237"/>
                  </a:lnTo>
                  <a:lnTo>
                    <a:pt x="1911138" y="5016"/>
                  </a:lnTo>
                  <a:lnTo>
                    <a:pt x="1863476" y="8885"/>
                  </a:lnTo>
                  <a:lnTo>
                    <a:pt x="1816126" y="13832"/>
                  </a:lnTo>
                  <a:lnTo>
                    <a:pt x="1769101" y="19844"/>
                  </a:lnTo>
                  <a:lnTo>
                    <a:pt x="1722414" y="26909"/>
                  </a:lnTo>
                  <a:lnTo>
                    <a:pt x="1676076" y="35015"/>
                  </a:lnTo>
                  <a:lnTo>
                    <a:pt x="1630099" y="44149"/>
                  </a:lnTo>
                  <a:lnTo>
                    <a:pt x="1584497" y="54299"/>
                  </a:lnTo>
                  <a:lnTo>
                    <a:pt x="1539282" y="65453"/>
                  </a:lnTo>
                  <a:lnTo>
                    <a:pt x="1494465" y="77599"/>
                  </a:lnTo>
                  <a:lnTo>
                    <a:pt x="1450060" y="90723"/>
                  </a:lnTo>
                  <a:lnTo>
                    <a:pt x="1406078" y="104814"/>
                  </a:lnTo>
                  <a:lnTo>
                    <a:pt x="1362533" y="119860"/>
                  </a:lnTo>
                  <a:lnTo>
                    <a:pt x="1319435" y="135847"/>
                  </a:lnTo>
                  <a:lnTo>
                    <a:pt x="1276798" y="152764"/>
                  </a:lnTo>
                  <a:lnTo>
                    <a:pt x="1234634" y="170598"/>
                  </a:lnTo>
                  <a:lnTo>
                    <a:pt x="1192956" y="189338"/>
                  </a:lnTo>
                  <a:lnTo>
                    <a:pt x="1151775" y="208970"/>
                  </a:lnTo>
                  <a:lnTo>
                    <a:pt x="1111104" y="229482"/>
                  </a:lnTo>
                  <a:lnTo>
                    <a:pt x="1070955" y="250862"/>
                  </a:lnTo>
                  <a:lnTo>
                    <a:pt x="1031341" y="273098"/>
                  </a:lnTo>
                  <a:lnTo>
                    <a:pt x="992274" y="296177"/>
                  </a:lnTo>
                  <a:lnTo>
                    <a:pt x="953766" y="320087"/>
                  </a:lnTo>
                  <a:lnTo>
                    <a:pt x="915830" y="344815"/>
                  </a:lnTo>
                  <a:lnTo>
                    <a:pt x="878479" y="370350"/>
                  </a:lnTo>
                  <a:lnTo>
                    <a:pt x="841723" y="396678"/>
                  </a:lnTo>
                  <a:lnTo>
                    <a:pt x="805576" y="423789"/>
                  </a:lnTo>
                  <a:lnTo>
                    <a:pt x="770050" y="451668"/>
                  </a:lnTo>
                  <a:lnTo>
                    <a:pt x="735158" y="480304"/>
                  </a:lnTo>
                  <a:lnTo>
                    <a:pt x="700912" y="509685"/>
                  </a:lnTo>
                  <a:lnTo>
                    <a:pt x="667323" y="539797"/>
                  </a:lnTo>
                  <a:lnTo>
                    <a:pt x="634405" y="570630"/>
                  </a:lnTo>
                  <a:lnTo>
                    <a:pt x="602170" y="602170"/>
                  </a:lnTo>
                  <a:lnTo>
                    <a:pt x="570630" y="634405"/>
                  </a:lnTo>
                  <a:lnTo>
                    <a:pt x="539797" y="667323"/>
                  </a:lnTo>
                  <a:lnTo>
                    <a:pt x="509685" y="700912"/>
                  </a:lnTo>
                  <a:lnTo>
                    <a:pt x="480304" y="735158"/>
                  </a:lnTo>
                  <a:lnTo>
                    <a:pt x="451668" y="770050"/>
                  </a:lnTo>
                  <a:lnTo>
                    <a:pt x="423789" y="805576"/>
                  </a:lnTo>
                  <a:lnTo>
                    <a:pt x="396678" y="841723"/>
                  </a:lnTo>
                  <a:lnTo>
                    <a:pt x="370350" y="878479"/>
                  </a:lnTo>
                  <a:lnTo>
                    <a:pt x="344815" y="915830"/>
                  </a:lnTo>
                  <a:lnTo>
                    <a:pt x="320087" y="953766"/>
                  </a:lnTo>
                  <a:lnTo>
                    <a:pt x="296177" y="992274"/>
                  </a:lnTo>
                  <a:lnTo>
                    <a:pt x="273098" y="1031341"/>
                  </a:lnTo>
                  <a:lnTo>
                    <a:pt x="250862" y="1070955"/>
                  </a:lnTo>
                  <a:lnTo>
                    <a:pt x="229482" y="1111104"/>
                  </a:lnTo>
                  <a:lnTo>
                    <a:pt x="208970" y="1151775"/>
                  </a:lnTo>
                  <a:lnTo>
                    <a:pt x="189338" y="1192956"/>
                  </a:lnTo>
                  <a:lnTo>
                    <a:pt x="170598" y="1234634"/>
                  </a:lnTo>
                  <a:lnTo>
                    <a:pt x="152764" y="1276798"/>
                  </a:lnTo>
                  <a:lnTo>
                    <a:pt x="135847" y="1319435"/>
                  </a:lnTo>
                  <a:lnTo>
                    <a:pt x="119860" y="1362533"/>
                  </a:lnTo>
                  <a:lnTo>
                    <a:pt x="104814" y="1406078"/>
                  </a:lnTo>
                  <a:lnTo>
                    <a:pt x="90723" y="1450060"/>
                  </a:lnTo>
                  <a:lnTo>
                    <a:pt x="77599" y="1494465"/>
                  </a:lnTo>
                  <a:lnTo>
                    <a:pt x="65453" y="1539282"/>
                  </a:lnTo>
                  <a:lnTo>
                    <a:pt x="54299" y="1584497"/>
                  </a:lnTo>
                  <a:lnTo>
                    <a:pt x="44149" y="1630099"/>
                  </a:lnTo>
                  <a:lnTo>
                    <a:pt x="35015" y="1676076"/>
                  </a:lnTo>
                  <a:lnTo>
                    <a:pt x="26909" y="1722414"/>
                  </a:lnTo>
                  <a:lnTo>
                    <a:pt x="19844" y="1769101"/>
                  </a:lnTo>
                  <a:lnTo>
                    <a:pt x="13832" y="1816126"/>
                  </a:lnTo>
                  <a:lnTo>
                    <a:pt x="8885" y="1863476"/>
                  </a:lnTo>
                  <a:lnTo>
                    <a:pt x="5016" y="1911138"/>
                  </a:lnTo>
                  <a:lnTo>
                    <a:pt x="2237" y="1959100"/>
                  </a:lnTo>
                  <a:lnTo>
                    <a:pt x="561" y="2007350"/>
                  </a:lnTo>
                  <a:lnTo>
                    <a:pt x="0" y="2055876"/>
                  </a:lnTo>
                  <a:lnTo>
                    <a:pt x="561" y="2104401"/>
                  </a:lnTo>
                  <a:lnTo>
                    <a:pt x="2237" y="2152651"/>
                  </a:lnTo>
                  <a:lnTo>
                    <a:pt x="5016" y="2200613"/>
                  </a:lnTo>
                  <a:lnTo>
                    <a:pt x="8885" y="2248275"/>
                  </a:lnTo>
                  <a:lnTo>
                    <a:pt x="13832" y="2295625"/>
                  </a:lnTo>
                  <a:lnTo>
                    <a:pt x="19844" y="2342650"/>
                  </a:lnTo>
                  <a:lnTo>
                    <a:pt x="26909" y="2389337"/>
                  </a:lnTo>
                  <a:lnTo>
                    <a:pt x="35015" y="2435675"/>
                  </a:lnTo>
                  <a:lnTo>
                    <a:pt x="44149" y="2481652"/>
                  </a:lnTo>
                  <a:lnTo>
                    <a:pt x="54299" y="2527254"/>
                  </a:lnTo>
                  <a:lnTo>
                    <a:pt x="65453" y="2572469"/>
                  </a:lnTo>
                  <a:lnTo>
                    <a:pt x="77599" y="2617286"/>
                  </a:lnTo>
                  <a:lnTo>
                    <a:pt x="90723" y="2661691"/>
                  </a:lnTo>
                  <a:lnTo>
                    <a:pt x="104814" y="2705673"/>
                  </a:lnTo>
                  <a:lnTo>
                    <a:pt x="119860" y="2749218"/>
                  </a:lnTo>
                  <a:lnTo>
                    <a:pt x="135847" y="2792316"/>
                  </a:lnTo>
                  <a:lnTo>
                    <a:pt x="152764" y="2834953"/>
                  </a:lnTo>
                  <a:lnTo>
                    <a:pt x="170598" y="2877117"/>
                  </a:lnTo>
                  <a:lnTo>
                    <a:pt x="189338" y="2918795"/>
                  </a:lnTo>
                  <a:lnTo>
                    <a:pt x="208970" y="2959976"/>
                  </a:lnTo>
                  <a:lnTo>
                    <a:pt x="229482" y="3000647"/>
                  </a:lnTo>
                  <a:lnTo>
                    <a:pt x="250862" y="3040796"/>
                  </a:lnTo>
                  <a:lnTo>
                    <a:pt x="273098" y="3080410"/>
                  </a:lnTo>
                  <a:lnTo>
                    <a:pt x="296177" y="3119477"/>
                  </a:lnTo>
                  <a:lnTo>
                    <a:pt x="320087" y="3157985"/>
                  </a:lnTo>
                  <a:lnTo>
                    <a:pt x="344815" y="3195921"/>
                  </a:lnTo>
                  <a:lnTo>
                    <a:pt x="370350" y="3233272"/>
                  </a:lnTo>
                  <a:lnTo>
                    <a:pt x="396678" y="3270028"/>
                  </a:lnTo>
                  <a:lnTo>
                    <a:pt x="423789" y="3306175"/>
                  </a:lnTo>
                  <a:lnTo>
                    <a:pt x="451668" y="3341701"/>
                  </a:lnTo>
                  <a:lnTo>
                    <a:pt x="480304" y="3376593"/>
                  </a:lnTo>
                  <a:lnTo>
                    <a:pt x="509685" y="3410839"/>
                  </a:lnTo>
                  <a:lnTo>
                    <a:pt x="539797" y="3444428"/>
                  </a:lnTo>
                  <a:lnTo>
                    <a:pt x="570630" y="3477346"/>
                  </a:lnTo>
                  <a:lnTo>
                    <a:pt x="602170" y="3509581"/>
                  </a:lnTo>
                  <a:lnTo>
                    <a:pt x="634405" y="3541121"/>
                  </a:lnTo>
                  <a:lnTo>
                    <a:pt x="667323" y="3571954"/>
                  </a:lnTo>
                  <a:lnTo>
                    <a:pt x="700912" y="3602066"/>
                  </a:lnTo>
                  <a:lnTo>
                    <a:pt x="735158" y="3631447"/>
                  </a:lnTo>
                  <a:lnTo>
                    <a:pt x="770050" y="3660083"/>
                  </a:lnTo>
                  <a:lnTo>
                    <a:pt x="805576" y="3687962"/>
                  </a:lnTo>
                  <a:lnTo>
                    <a:pt x="841723" y="3715073"/>
                  </a:lnTo>
                  <a:lnTo>
                    <a:pt x="878479" y="3741401"/>
                  </a:lnTo>
                  <a:lnTo>
                    <a:pt x="915830" y="3766936"/>
                  </a:lnTo>
                  <a:lnTo>
                    <a:pt x="953766" y="3791664"/>
                  </a:lnTo>
                  <a:lnTo>
                    <a:pt x="992274" y="3815574"/>
                  </a:lnTo>
                  <a:lnTo>
                    <a:pt x="1031341" y="3838653"/>
                  </a:lnTo>
                  <a:lnTo>
                    <a:pt x="1070955" y="3860889"/>
                  </a:lnTo>
                  <a:lnTo>
                    <a:pt x="1111104" y="3882269"/>
                  </a:lnTo>
                  <a:lnTo>
                    <a:pt x="1151775" y="3902781"/>
                  </a:lnTo>
                  <a:lnTo>
                    <a:pt x="1192956" y="3922413"/>
                  </a:lnTo>
                  <a:lnTo>
                    <a:pt x="1234634" y="3941153"/>
                  </a:lnTo>
                  <a:lnTo>
                    <a:pt x="1276798" y="3958987"/>
                  </a:lnTo>
                  <a:lnTo>
                    <a:pt x="1319435" y="3975904"/>
                  </a:lnTo>
                  <a:lnTo>
                    <a:pt x="1362533" y="3991891"/>
                  </a:lnTo>
                  <a:lnTo>
                    <a:pt x="1406078" y="4006937"/>
                  </a:lnTo>
                  <a:lnTo>
                    <a:pt x="1450060" y="4021028"/>
                  </a:lnTo>
                  <a:lnTo>
                    <a:pt x="1494465" y="4034152"/>
                  </a:lnTo>
                  <a:lnTo>
                    <a:pt x="1539282" y="4046298"/>
                  </a:lnTo>
                  <a:lnTo>
                    <a:pt x="1584497" y="4057452"/>
                  </a:lnTo>
                  <a:lnTo>
                    <a:pt x="1630099" y="4067602"/>
                  </a:lnTo>
                  <a:lnTo>
                    <a:pt x="1676076" y="4076736"/>
                  </a:lnTo>
                  <a:lnTo>
                    <a:pt x="1722414" y="4084842"/>
                  </a:lnTo>
                  <a:lnTo>
                    <a:pt x="1769101" y="4091907"/>
                  </a:lnTo>
                  <a:lnTo>
                    <a:pt x="1816126" y="4097919"/>
                  </a:lnTo>
                  <a:lnTo>
                    <a:pt x="1863476" y="4102866"/>
                  </a:lnTo>
                  <a:lnTo>
                    <a:pt x="1911138" y="4106735"/>
                  </a:lnTo>
                  <a:lnTo>
                    <a:pt x="1959100" y="4109514"/>
                  </a:lnTo>
                  <a:lnTo>
                    <a:pt x="2007350" y="4111190"/>
                  </a:lnTo>
                  <a:lnTo>
                    <a:pt x="2055876" y="4111752"/>
                  </a:lnTo>
                  <a:lnTo>
                    <a:pt x="2104401" y="4111190"/>
                  </a:lnTo>
                  <a:lnTo>
                    <a:pt x="2152651" y="4109514"/>
                  </a:lnTo>
                  <a:lnTo>
                    <a:pt x="2200613" y="4106735"/>
                  </a:lnTo>
                  <a:lnTo>
                    <a:pt x="2248275" y="4102866"/>
                  </a:lnTo>
                  <a:lnTo>
                    <a:pt x="2295625" y="4097919"/>
                  </a:lnTo>
                  <a:lnTo>
                    <a:pt x="2342650" y="4091907"/>
                  </a:lnTo>
                  <a:lnTo>
                    <a:pt x="2389337" y="4084842"/>
                  </a:lnTo>
                  <a:lnTo>
                    <a:pt x="2435675" y="4076736"/>
                  </a:lnTo>
                  <a:lnTo>
                    <a:pt x="2481652" y="4067602"/>
                  </a:lnTo>
                  <a:lnTo>
                    <a:pt x="2527254" y="4057452"/>
                  </a:lnTo>
                  <a:lnTo>
                    <a:pt x="2572469" y="4046298"/>
                  </a:lnTo>
                  <a:lnTo>
                    <a:pt x="2617286" y="4034152"/>
                  </a:lnTo>
                  <a:lnTo>
                    <a:pt x="2661691" y="4021028"/>
                  </a:lnTo>
                  <a:lnTo>
                    <a:pt x="2705673" y="4006937"/>
                  </a:lnTo>
                  <a:lnTo>
                    <a:pt x="2749218" y="3991891"/>
                  </a:lnTo>
                  <a:lnTo>
                    <a:pt x="2792316" y="3975904"/>
                  </a:lnTo>
                  <a:lnTo>
                    <a:pt x="2834953" y="3958987"/>
                  </a:lnTo>
                  <a:lnTo>
                    <a:pt x="2877117" y="3941153"/>
                  </a:lnTo>
                  <a:lnTo>
                    <a:pt x="2918795" y="3922413"/>
                  </a:lnTo>
                  <a:lnTo>
                    <a:pt x="2959976" y="3902781"/>
                  </a:lnTo>
                  <a:lnTo>
                    <a:pt x="3000647" y="3882269"/>
                  </a:lnTo>
                  <a:lnTo>
                    <a:pt x="3040796" y="3860889"/>
                  </a:lnTo>
                  <a:lnTo>
                    <a:pt x="3080410" y="3838653"/>
                  </a:lnTo>
                  <a:lnTo>
                    <a:pt x="3119477" y="3815574"/>
                  </a:lnTo>
                  <a:lnTo>
                    <a:pt x="3157985" y="3791664"/>
                  </a:lnTo>
                  <a:lnTo>
                    <a:pt x="3195921" y="3766936"/>
                  </a:lnTo>
                  <a:lnTo>
                    <a:pt x="3233272" y="3741401"/>
                  </a:lnTo>
                  <a:lnTo>
                    <a:pt x="3270028" y="3715073"/>
                  </a:lnTo>
                  <a:lnTo>
                    <a:pt x="3306175" y="3687962"/>
                  </a:lnTo>
                  <a:lnTo>
                    <a:pt x="3341701" y="3660083"/>
                  </a:lnTo>
                  <a:lnTo>
                    <a:pt x="3376593" y="3631447"/>
                  </a:lnTo>
                  <a:lnTo>
                    <a:pt x="3410839" y="3602066"/>
                  </a:lnTo>
                  <a:lnTo>
                    <a:pt x="3444428" y="3571954"/>
                  </a:lnTo>
                  <a:lnTo>
                    <a:pt x="3477346" y="3541121"/>
                  </a:lnTo>
                  <a:lnTo>
                    <a:pt x="3509581" y="3509581"/>
                  </a:lnTo>
                  <a:lnTo>
                    <a:pt x="3541121" y="3477346"/>
                  </a:lnTo>
                  <a:lnTo>
                    <a:pt x="3571954" y="3444428"/>
                  </a:lnTo>
                  <a:lnTo>
                    <a:pt x="3602066" y="3410839"/>
                  </a:lnTo>
                  <a:lnTo>
                    <a:pt x="3631447" y="3376593"/>
                  </a:lnTo>
                  <a:lnTo>
                    <a:pt x="3660083" y="3341701"/>
                  </a:lnTo>
                  <a:lnTo>
                    <a:pt x="3687962" y="3306175"/>
                  </a:lnTo>
                  <a:lnTo>
                    <a:pt x="3715073" y="3270028"/>
                  </a:lnTo>
                  <a:lnTo>
                    <a:pt x="3741401" y="3233272"/>
                  </a:lnTo>
                  <a:lnTo>
                    <a:pt x="3766936" y="3195921"/>
                  </a:lnTo>
                  <a:lnTo>
                    <a:pt x="3791664" y="3157985"/>
                  </a:lnTo>
                  <a:lnTo>
                    <a:pt x="3815574" y="3119477"/>
                  </a:lnTo>
                  <a:lnTo>
                    <a:pt x="3838653" y="3080410"/>
                  </a:lnTo>
                  <a:lnTo>
                    <a:pt x="3860889" y="3040796"/>
                  </a:lnTo>
                  <a:lnTo>
                    <a:pt x="3882269" y="3000647"/>
                  </a:lnTo>
                  <a:lnTo>
                    <a:pt x="3902781" y="2959976"/>
                  </a:lnTo>
                  <a:lnTo>
                    <a:pt x="3922413" y="2918795"/>
                  </a:lnTo>
                  <a:lnTo>
                    <a:pt x="3941153" y="2877117"/>
                  </a:lnTo>
                  <a:lnTo>
                    <a:pt x="3958987" y="2834953"/>
                  </a:lnTo>
                  <a:lnTo>
                    <a:pt x="3975904" y="2792316"/>
                  </a:lnTo>
                  <a:lnTo>
                    <a:pt x="3991891" y="2749218"/>
                  </a:lnTo>
                  <a:lnTo>
                    <a:pt x="4006937" y="2705673"/>
                  </a:lnTo>
                  <a:lnTo>
                    <a:pt x="4021028" y="2661691"/>
                  </a:lnTo>
                  <a:lnTo>
                    <a:pt x="4034152" y="2617286"/>
                  </a:lnTo>
                  <a:lnTo>
                    <a:pt x="4046298" y="2572469"/>
                  </a:lnTo>
                  <a:lnTo>
                    <a:pt x="4057452" y="2527254"/>
                  </a:lnTo>
                  <a:lnTo>
                    <a:pt x="4067602" y="2481652"/>
                  </a:lnTo>
                  <a:lnTo>
                    <a:pt x="4076736" y="2435675"/>
                  </a:lnTo>
                  <a:lnTo>
                    <a:pt x="4084842" y="2389337"/>
                  </a:lnTo>
                  <a:lnTo>
                    <a:pt x="4091907" y="2342650"/>
                  </a:lnTo>
                  <a:lnTo>
                    <a:pt x="4097919" y="2295625"/>
                  </a:lnTo>
                  <a:lnTo>
                    <a:pt x="4102866" y="2248275"/>
                  </a:lnTo>
                  <a:lnTo>
                    <a:pt x="4106735" y="2200613"/>
                  </a:lnTo>
                  <a:lnTo>
                    <a:pt x="4109514" y="2152651"/>
                  </a:lnTo>
                  <a:lnTo>
                    <a:pt x="4111190" y="2104401"/>
                  </a:lnTo>
                  <a:lnTo>
                    <a:pt x="4111752" y="2055876"/>
                  </a:lnTo>
                  <a:lnTo>
                    <a:pt x="4111190" y="2007350"/>
                  </a:lnTo>
                  <a:lnTo>
                    <a:pt x="4109514" y="1959100"/>
                  </a:lnTo>
                  <a:lnTo>
                    <a:pt x="4106735" y="1911138"/>
                  </a:lnTo>
                  <a:lnTo>
                    <a:pt x="4102866" y="1863476"/>
                  </a:lnTo>
                  <a:lnTo>
                    <a:pt x="4097919" y="1816126"/>
                  </a:lnTo>
                  <a:lnTo>
                    <a:pt x="4091907" y="1769101"/>
                  </a:lnTo>
                  <a:lnTo>
                    <a:pt x="4084842" y="1722414"/>
                  </a:lnTo>
                  <a:lnTo>
                    <a:pt x="4076736" y="1676076"/>
                  </a:lnTo>
                  <a:lnTo>
                    <a:pt x="4067602" y="1630099"/>
                  </a:lnTo>
                  <a:lnTo>
                    <a:pt x="4057452" y="1584497"/>
                  </a:lnTo>
                  <a:lnTo>
                    <a:pt x="4046298" y="1539282"/>
                  </a:lnTo>
                  <a:lnTo>
                    <a:pt x="4034152" y="1494465"/>
                  </a:lnTo>
                  <a:lnTo>
                    <a:pt x="4021028" y="1450060"/>
                  </a:lnTo>
                  <a:lnTo>
                    <a:pt x="4006937" y="1406078"/>
                  </a:lnTo>
                  <a:lnTo>
                    <a:pt x="3991891" y="1362533"/>
                  </a:lnTo>
                  <a:lnTo>
                    <a:pt x="3975904" y="1319435"/>
                  </a:lnTo>
                  <a:lnTo>
                    <a:pt x="3958987" y="1276798"/>
                  </a:lnTo>
                  <a:lnTo>
                    <a:pt x="3941153" y="1234634"/>
                  </a:lnTo>
                  <a:lnTo>
                    <a:pt x="3922413" y="1192956"/>
                  </a:lnTo>
                  <a:lnTo>
                    <a:pt x="3902781" y="1151775"/>
                  </a:lnTo>
                  <a:lnTo>
                    <a:pt x="3882269" y="1111104"/>
                  </a:lnTo>
                  <a:lnTo>
                    <a:pt x="3860889" y="1070955"/>
                  </a:lnTo>
                  <a:lnTo>
                    <a:pt x="3838653" y="1031341"/>
                  </a:lnTo>
                  <a:lnTo>
                    <a:pt x="3815574" y="992274"/>
                  </a:lnTo>
                  <a:lnTo>
                    <a:pt x="3791664" y="953766"/>
                  </a:lnTo>
                  <a:lnTo>
                    <a:pt x="3766936" y="915830"/>
                  </a:lnTo>
                  <a:lnTo>
                    <a:pt x="3741401" y="878479"/>
                  </a:lnTo>
                  <a:lnTo>
                    <a:pt x="3715073" y="841723"/>
                  </a:lnTo>
                  <a:lnTo>
                    <a:pt x="3687962" y="805576"/>
                  </a:lnTo>
                  <a:lnTo>
                    <a:pt x="3660083" y="770050"/>
                  </a:lnTo>
                  <a:lnTo>
                    <a:pt x="3631447" y="735158"/>
                  </a:lnTo>
                  <a:lnTo>
                    <a:pt x="3602066" y="700912"/>
                  </a:lnTo>
                  <a:lnTo>
                    <a:pt x="3571954" y="667323"/>
                  </a:lnTo>
                  <a:lnTo>
                    <a:pt x="3541121" y="634405"/>
                  </a:lnTo>
                  <a:lnTo>
                    <a:pt x="3509581" y="602170"/>
                  </a:lnTo>
                  <a:lnTo>
                    <a:pt x="3477346" y="570630"/>
                  </a:lnTo>
                  <a:lnTo>
                    <a:pt x="3444428" y="539797"/>
                  </a:lnTo>
                  <a:lnTo>
                    <a:pt x="3410839" y="509685"/>
                  </a:lnTo>
                  <a:lnTo>
                    <a:pt x="3376593" y="480304"/>
                  </a:lnTo>
                  <a:lnTo>
                    <a:pt x="3341701" y="451668"/>
                  </a:lnTo>
                  <a:lnTo>
                    <a:pt x="3306175" y="423789"/>
                  </a:lnTo>
                  <a:lnTo>
                    <a:pt x="3270028" y="396678"/>
                  </a:lnTo>
                  <a:lnTo>
                    <a:pt x="3233272" y="370350"/>
                  </a:lnTo>
                  <a:lnTo>
                    <a:pt x="3195921" y="344815"/>
                  </a:lnTo>
                  <a:lnTo>
                    <a:pt x="3157985" y="320087"/>
                  </a:lnTo>
                  <a:lnTo>
                    <a:pt x="3119477" y="296177"/>
                  </a:lnTo>
                  <a:lnTo>
                    <a:pt x="3080410" y="273098"/>
                  </a:lnTo>
                  <a:lnTo>
                    <a:pt x="3040796" y="250862"/>
                  </a:lnTo>
                  <a:lnTo>
                    <a:pt x="3000647" y="229482"/>
                  </a:lnTo>
                  <a:lnTo>
                    <a:pt x="2959976" y="208970"/>
                  </a:lnTo>
                  <a:lnTo>
                    <a:pt x="2918795" y="189338"/>
                  </a:lnTo>
                  <a:lnTo>
                    <a:pt x="2877117" y="170598"/>
                  </a:lnTo>
                  <a:lnTo>
                    <a:pt x="2834953" y="152764"/>
                  </a:lnTo>
                  <a:lnTo>
                    <a:pt x="2792316" y="135847"/>
                  </a:lnTo>
                  <a:lnTo>
                    <a:pt x="2749218" y="119860"/>
                  </a:lnTo>
                  <a:lnTo>
                    <a:pt x="2705673" y="104814"/>
                  </a:lnTo>
                  <a:lnTo>
                    <a:pt x="2661691" y="90723"/>
                  </a:lnTo>
                  <a:lnTo>
                    <a:pt x="2617286" y="77599"/>
                  </a:lnTo>
                  <a:lnTo>
                    <a:pt x="2572469" y="65453"/>
                  </a:lnTo>
                  <a:lnTo>
                    <a:pt x="2527254" y="54299"/>
                  </a:lnTo>
                  <a:lnTo>
                    <a:pt x="2481652" y="44149"/>
                  </a:lnTo>
                  <a:lnTo>
                    <a:pt x="2435675" y="35015"/>
                  </a:lnTo>
                  <a:lnTo>
                    <a:pt x="2389337" y="26909"/>
                  </a:lnTo>
                  <a:lnTo>
                    <a:pt x="2342650" y="19844"/>
                  </a:lnTo>
                  <a:lnTo>
                    <a:pt x="2295625" y="13832"/>
                  </a:lnTo>
                  <a:lnTo>
                    <a:pt x="2248275" y="8885"/>
                  </a:lnTo>
                  <a:lnTo>
                    <a:pt x="2200613" y="5016"/>
                  </a:lnTo>
                  <a:lnTo>
                    <a:pt x="2152651" y="2237"/>
                  </a:lnTo>
                  <a:lnTo>
                    <a:pt x="2104401" y="561"/>
                  </a:lnTo>
                  <a:lnTo>
                    <a:pt x="2055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49161" y="1715261"/>
              <a:ext cx="4112260" cy="4112260"/>
            </a:xfrm>
            <a:custGeom>
              <a:avLst/>
              <a:gdLst/>
              <a:ahLst/>
              <a:cxnLst/>
              <a:rect l="l" t="t" r="r" b="b"/>
              <a:pathLst>
                <a:path w="4112259" h="4112260">
                  <a:moveTo>
                    <a:pt x="0" y="2055876"/>
                  </a:moveTo>
                  <a:lnTo>
                    <a:pt x="561" y="2007350"/>
                  </a:lnTo>
                  <a:lnTo>
                    <a:pt x="2237" y="1959100"/>
                  </a:lnTo>
                  <a:lnTo>
                    <a:pt x="5016" y="1911138"/>
                  </a:lnTo>
                  <a:lnTo>
                    <a:pt x="8885" y="1863476"/>
                  </a:lnTo>
                  <a:lnTo>
                    <a:pt x="13832" y="1816126"/>
                  </a:lnTo>
                  <a:lnTo>
                    <a:pt x="19844" y="1769101"/>
                  </a:lnTo>
                  <a:lnTo>
                    <a:pt x="26909" y="1722414"/>
                  </a:lnTo>
                  <a:lnTo>
                    <a:pt x="35015" y="1676076"/>
                  </a:lnTo>
                  <a:lnTo>
                    <a:pt x="44149" y="1630099"/>
                  </a:lnTo>
                  <a:lnTo>
                    <a:pt x="54299" y="1584497"/>
                  </a:lnTo>
                  <a:lnTo>
                    <a:pt x="65453" y="1539282"/>
                  </a:lnTo>
                  <a:lnTo>
                    <a:pt x="77599" y="1494465"/>
                  </a:lnTo>
                  <a:lnTo>
                    <a:pt x="90723" y="1450060"/>
                  </a:lnTo>
                  <a:lnTo>
                    <a:pt x="104814" y="1406078"/>
                  </a:lnTo>
                  <a:lnTo>
                    <a:pt x="119860" y="1362533"/>
                  </a:lnTo>
                  <a:lnTo>
                    <a:pt x="135847" y="1319435"/>
                  </a:lnTo>
                  <a:lnTo>
                    <a:pt x="152764" y="1276798"/>
                  </a:lnTo>
                  <a:lnTo>
                    <a:pt x="170598" y="1234634"/>
                  </a:lnTo>
                  <a:lnTo>
                    <a:pt x="189338" y="1192956"/>
                  </a:lnTo>
                  <a:lnTo>
                    <a:pt x="208970" y="1151775"/>
                  </a:lnTo>
                  <a:lnTo>
                    <a:pt x="229482" y="1111104"/>
                  </a:lnTo>
                  <a:lnTo>
                    <a:pt x="250862" y="1070955"/>
                  </a:lnTo>
                  <a:lnTo>
                    <a:pt x="273098" y="1031341"/>
                  </a:lnTo>
                  <a:lnTo>
                    <a:pt x="296177" y="992274"/>
                  </a:lnTo>
                  <a:lnTo>
                    <a:pt x="320087" y="953766"/>
                  </a:lnTo>
                  <a:lnTo>
                    <a:pt x="344815" y="915830"/>
                  </a:lnTo>
                  <a:lnTo>
                    <a:pt x="370350" y="878479"/>
                  </a:lnTo>
                  <a:lnTo>
                    <a:pt x="396678" y="841723"/>
                  </a:lnTo>
                  <a:lnTo>
                    <a:pt x="423789" y="805576"/>
                  </a:lnTo>
                  <a:lnTo>
                    <a:pt x="451668" y="770050"/>
                  </a:lnTo>
                  <a:lnTo>
                    <a:pt x="480304" y="735158"/>
                  </a:lnTo>
                  <a:lnTo>
                    <a:pt x="509685" y="700912"/>
                  </a:lnTo>
                  <a:lnTo>
                    <a:pt x="539797" y="667323"/>
                  </a:lnTo>
                  <a:lnTo>
                    <a:pt x="570630" y="634405"/>
                  </a:lnTo>
                  <a:lnTo>
                    <a:pt x="602170" y="602170"/>
                  </a:lnTo>
                  <a:lnTo>
                    <a:pt x="634405" y="570630"/>
                  </a:lnTo>
                  <a:lnTo>
                    <a:pt x="667323" y="539797"/>
                  </a:lnTo>
                  <a:lnTo>
                    <a:pt x="700912" y="509685"/>
                  </a:lnTo>
                  <a:lnTo>
                    <a:pt x="735158" y="480304"/>
                  </a:lnTo>
                  <a:lnTo>
                    <a:pt x="770050" y="451668"/>
                  </a:lnTo>
                  <a:lnTo>
                    <a:pt x="805576" y="423789"/>
                  </a:lnTo>
                  <a:lnTo>
                    <a:pt x="841723" y="396678"/>
                  </a:lnTo>
                  <a:lnTo>
                    <a:pt x="878479" y="370350"/>
                  </a:lnTo>
                  <a:lnTo>
                    <a:pt x="915830" y="344815"/>
                  </a:lnTo>
                  <a:lnTo>
                    <a:pt x="953766" y="320087"/>
                  </a:lnTo>
                  <a:lnTo>
                    <a:pt x="992274" y="296177"/>
                  </a:lnTo>
                  <a:lnTo>
                    <a:pt x="1031341" y="273098"/>
                  </a:lnTo>
                  <a:lnTo>
                    <a:pt x="1070955" y="250862"/>
                  </a:lnTo>
                  <a:lnTo>
                    <a:pt x="1111104" y="229482"/>
                  </a:lnTo>
                  <a:lnTo>
                    <a:pt x="1151775" y="208970"/>
                  </a:lnTo>
                  <a:lnTo>
                    <a:pt x="1192956" y="189338"/>
                  </a:lnTo>
                  <a:lnTo>
                    <a:pt x="1234634" y="170598"/>
                  </a:lnTo>
                  <a:lnTo>
                    <a:pt x="1276798" y="152764"/>
                  </a:lnTo>
                  <a:lnTo>
                    <a:pt x="1319435" y="135847"/>
                  </a:lnTo>
                  <a:lnTo>
                    <a:pt x="1362533" y="119860"/>
                  </a:lnTo>
                  <a:lnTo>
                    <a:pt x="1406078" y="104814"/>
                  </a:lnTo>
                  <a:lnTo>
                    <a:pt x="1450060" y="90723"/>
                  </a:lnTo>
                  <a:lnTo>
                    <a:pt x="1494465" y="77599"/>
                  </a:lnTo>
                  <a:lnTo>
                    <a:pt x="1539282" y="65453"/>
                  </a:lnTo>
                  <a:lnTo>
                    <a:pt x="1584497" y="54299"/>
                  </a:lnTo>
                  <a:lnTo>
                    <a:pt x="1630099" y="44149"/>
                  </a:lnTo>
                  <a:lnTo>
                    <a:pt x="1676076" y="35015"/>
                  </a:lnTo>
                  <a:lnTo>
                    <a:pt x="1722414" y="26909"/>
                  </a:lnTo>
                  <a:lnTo>
                    <a:pt x="1769101" y="19844"/>
                  </a:lnTo>
                  <a:lnTo>
                    <a:pt x="1816126" y="13832"/>
                  </a:lnTo>
                  <a:lnTo>
                    <a:pt x="1863476" y="8885"/>
                  </a:lnTo>
                  <a:lnTo>
                    <a:pt x="1911138" y="5016"/>
                  </a:lnTo>
                  <a:lnTo>
                    <a:pt x="1959100" y="2237"/>
                  </a:lnTo>
                  <a:lnTo>
                    <a:pt x="2007350" y="561"/>
                  </a:lnTo>
                  <a:lnTo>
                    <a:pt x="2055876" y="0"/>
                  </a:lnTo>
                  <a:lnTo>
                    <a:pt x="2104401" y="561"/>
                  </a:lnTo>
                  <a:lnTo>
                    <a:pt x="2152651" y="2237"/>
                  </a:lnTo>
                  <a:lnTo>
                    <a:pt x="2200613" y="5016"/>
                  </a:lnTo>
                  <a:lnTo>
                    <a:pt x="2248275" y="8885"/>
                  </a:lnTo>
                  <a:lnTo>
                    <a:pt x="2295625" y="13832"/>
                  </a:lnTo>
                  <a:lnTo>
                    <a:pt x="2342650" y="19844"/>
                  </a:lnTo>
                  <a:lnTo>
                    <a:pt x="2389337" y="26909"/>
                  </a:lnTo>
                  <a:lnTo>
                    <a:pt x="2435675" y="35015"/>
                  </a:lnTo>
                  <a:lnTo>
                    <a:pt x="2481652" y="44149"/>
                  </a:lnTo>
                  <a:lnTo>
                    <a:pt x="2527254" y="54299"/>
                  </a:lnTo>
                  <a:lnTo>
                    <a:pt x="2572469" y="65453"/>
                  </a:lnTo>
                  <a:lnTo>
                    <a:pt x="2617286" y="77599"/>
                  </a:lnTo>
                  <a:lnTo>
                    <a:pt x="2661691" y="90723"/>
                  </a:lnTo>
                  <a:lnTo>
                    <a:pt x="2705673" y="104814"/>
                  </a:lnTo>
                  <a:lnTo>
                    <a:pt x="2749218" y="119860"/>
                  </a:lnTo>
                  <a:lnTo>
                    <a:pt x="2792316" y="135847"/>
                  </a:lnTo>
                  <a:lnTo>
                    <a:pt x="2834953" y="152764"/>
                  </a:lnTo>
                  <a:lnTo>
                    <a:pt x="2877117" y="170598"/>
                  </a:lnTo>
                  <a:lnTo>
                    <a:pt x="2918795" y="189338"/>
                  </a:lnTo>
                  <a:lnTo>
                    <a:pt x="2959976" y="208970"/>
                  </a:lnTo>
                  <a:lnTo>
                    <a:pt x="3000647" y="229482"/>
                  </a:lnTo>
                  <a:lnTo>
                    <a:pt x="3040796" y="250862"/>
                  </a:lnTo>
                  <a:lnTo>
                    <a:pt x="3080410" y="273098"/>
                  </a:lnTo>
                  <a:lnTo>
                    <a:pt x="3119477" y="296177"/>
                  </a:lnTo>
                  <a:lnTo>
                    <a:pt x="3157985" y="320087"/>
                  </a:lnTo>
                  <a:lnTo>
                    <a:pt x="3195921" y="344815"/>
                  </a:lnTo>
                  <a:lnTo>
                    <a:pt x="3233272" y="370350"/>
                  </a:lnTo>
                  <a:lnTo>
                    <a:pt x="3270028" y="396678"/>
                  </a:lnTo>
                  <a:lnTo>
                    <a:pt x="3306175" y="423789"/>
                  </a:lnTo>
                  <a:lnTo>
                    <a:pt x="3341701" y="451668"/>
                  </a:lnTo>
                  <a:lnTo>
                    <a:pt x="3376593" y="480304"/>
                  </a:lnTo>
                  <a:lnTo>
                    <a:pt x="3410839" y="509685"/>
                  </a:lnTo>
                  <a:lnTo>
                    <a:pt x="3444428" y="539797"/>
                  </a:lnTo>
                  <a:lnTo>
                    <a:pt x="3477346" y="570630"/>
                  </a:lnTo>
                  <a:lnTo>
                    <a:pt x="3509581" y="602170"/>
                  </a:lnTo>
                  <a:lnTo>
                    <a:pt x="3541121" y="634405"/>
                  </a:lnTo>
                  <a:lnTo>
                    <a:pt x="3571954" y="667323"/>
                  </a:lnTo>
                  <a:lnTo>
                    <a:pt x="3602066" y="700912"/>
                  </a:lnTo>
                  <a:lnTo>
                    <a:pt x="3631447" y="735158"/>
                  </a:lnTo>
                  <a:lnTo>
                    <a:pt x="3660083" y="770050"/>
                  </a:lnTo>
                  <a:lnTo>
                    <a:pt x="3687962" y="805576"/>
                  </a:lnTo>
                  <a:lnTo>
                    <a:pt x="3715073" y="841723"/>
                  </a:lnTo>
                  <a:lnTo>
                    <a:pt x="3741401" y="878479"/>
                  </a:lnTo>
                  <a:lnTo>
                    <a:pt x="3766936" y="915830"/>
                  </a:lnTo>
                  <a:lnTo>
                    <a:pt x="3791664" y="953766"/>
                  </a:lnTo>
                  <a:lnTo>
                    <a:pt x="3815574" y="992274"/>
                  </a:lnTo>
                  <a:lnTo>
                    <a:pt x="3838653" y="1031341"/>
                  </a:lnTo>
                  <a:lnTo>
                    <a:pt x="3860889" y="1070955"/>
                  </a:lnTo>
                  <a:lnTo>
                    <a:pt x="3882269" y="1111104"/>
                  </a:lnTo>
                  <a:lnTo>
                    <a:pt x="3902781" y="1151775"/>
                  </a:lnTo>
                  <a:lnTo>
                    <a:pt x="3922413" y="1192956"/>
                  </a:lnTo>
                  <a:lnTo>
                    <a:pt x="3941153" y="1234634"/>
                  </a:lnTo>
                  <a:lnTo>
                    <a:pt x="3958987" y="1276798"/>
                  </a:lnTo>
                  <a:lnTo>
                    <a:pt x="3975904" y="1319435"/>
                  </a:lnTo>
                  <a:lnTo>
                    <a:pt x="3991891" y="1362533"/>
                  </a:lnTo>
                  <a:lnTo>
                    <a:pt x="4006937" y="1406078"/>
                  </a:lnTo>
                  <a:lnTo>
                    <a:pt x="4021028" y="1450060"/>
                  </a:lnTo>
                  <a:lnTo>
                    <a:pt x="4034152" y="1494465"/>
                  </a:lnTo>
                  <a:lnTo>
                    <a:pt x="4046298" y="1539282"/>
                  </a:lnTo>
                  <a:lnTo>
                    <a:pt x="4057452" y="1584497"/>
                  </a:lnTo>
                  <a:lnTo>
                    <a:pt x="4067602" y="1630099"/>
                  </a:lnTo>
                  <a:lnTo>
                    <a:pt x="4076736" y="1676076"/>
                  </a:lnTo>
                  <a:lnTo>
                    <a:pt x="4084842" y="1722414"/>
                  </a:lnTo>
                  <a:lnTo>
                    <a:pt x="4091907" y="1769101"/>
                  </a:lnTo>
                  <a:lnTo>
                    <a:pt x="4097919" y="1816126"/>
                  </a:lnTo>
                  <a:lnTo>
                    <a:pt x="4102866" y="1863476"/>
                  </a:lnTo>
                  <a:lnTo>
                    <a:pt x="4106735" y="1911138"/>
                  </a:lnTo>
                  <a:lnTo>
                    <a:pt x="4109514" y="1959100"/>
                  </a:lnTo>
                  <a:lnTo>
                    <a:pt x="4111190" y="2007350"/>
                  </a:lnTo>
                  <a:lnTo>
                    <a:pt x="4111752" y="2055876"/>
                  </a:lnTo>
                  <a:lnTo>
                    <a:pt x="4111190" y="2104401"/>
                  </a:lnTo>
                  <a:lnTo>
                    <a:pt x="4109514" y="2152651"/>
                  </a:lnTo>
                  <a:lnTo>
                    <a:pt x="4106735" y="2200613"/>
                  </a:lnTo>
                  <a:lnTo>
                    <a:pt x="4102866" y="2248275"/>
                  </a:lnTo>
                  <a:lnTo>
                    <a:pt x="4097919" y="2295625"/>
                  </a:lnTo>
                  <a:lnTo>
                    <a:pt x="4091907" y="2342650"/>
                  </a:lnTo>
                  <a:lnTo>
                    <a:pt x="4084842" y="2389337"/>
                  </a:lnTo>
                  <a:lnTo>
                    <a:pt x="4076736" y="2435675"/>
                  </a:lnTo>
                  <a:lnTo>
                    <a:pt x="4067602" y="2481652"/>
                  </a:lnTo>
                  <a:lnTo>
                    <a:pt x="4057452" y="2527254"/>
                  </a:lnTo>
                  <a:lnTo>
                    <a:pt x="4046298" y="2572469"/>
                  </a:lnTo>
                  <a:lnTo>
                    <a:pt x="4034152" y="2617286"/>
                  </a:lnTo>
                  <a:lnTo>
                    <a:pt x="4021028" y="2661691"/>
                  </a:lnTo>
                  <a:lnTo>
                    <a:pt x="4006937" y="2705673"/>
                  </a:lnTo>
                  <a:lnTo>
                    <a:pt x="3991891" y="2749218"/>
                  </a:lnTo>
                  <a:lnTo>
                    <a:pt x="3975904" y="2792316"/>
                  </a:lnTo>
                  <a:lnTo>
                    <a:pt x="3958987" y="2834953"/>
                  </a:lnTo>
                  <a:lnTo>
                    <a:pt x="3941153" y="2877117"/>
                  </a:lnTo>
                  <a:lnTo>
                    <a:pt x="3922413" y="2918795"/>
                  </a:lnTo>
                  <a:lnTo>
                    <a:pt x="3902781" y="2959976"/>
                  </a:lnTo>
                  <a:lnTo>
                    <a:pt x="3882269" y="3000647"/>
                  </a:lnTo>
                  <a:lnTo>
                    <a:pt x="3860889" y="3040796"/>
                  </a:lnTo>
                  <a:lnTo>
                    <a:pt x="3838653" y="3080410"/>
                  </a:lnTo>
                  <a:lnTo>
                    <a:pt x="3815574" y="3119477"/>
                  </a:lnTo>
                  <a:lnTo>
                    <a:pt x="3791664" y="3157985"/>
                  </a:lnTo>
                  <a:lnTo>
                    <a:pt x="3766936" y="3195921"/>
                  </a:lnTo>
                  <a:lnTo>
                    <a:pt x="3741401" y="3233272"/>
                  </a:lnTo>
                  <a:lnTo>
                    <a:pt x="3715073" y="3270028"/>
                  </a:lnTo>
                  <a:lnTo>
                    <a:pt x="3687962" y="3306175"/>
                  </a:lnTo>
                  <a:lnTo>
                    <a:pt x="3660083" y="3341701"/>
                  </a:lnTo>
                  <a:lnTo>
                    <a:pt x="3631447" y="3376593"/>
                  </a:lnTo>
                  <a:lnTo>
                    <a:pt x="3602066" y="3410839"/>
                  </a:lnTo>
                  <a:lnTo>
                    <a:pt x="3571954" y="3444428"/>
                  </a:lnTo>
                  <a:lnTo>
                    <a:pt x="3541121" y="3477346"/>
                  </a:lnTo>
                  <a:lnTo>
                    <a:pt x="3509581" y="3509581"/>
                  </a:lnTo>
                  <a:lnTo>
                    <a:pt x="3477346" y="3541121"/>
                  </a:lnTo>
                  <a:lnTo>
                    <a:pt x="3444428" y="3571954"/>
                  </a:lnTo>
                  <a:lnTo>
                    <a:pt x="3410839" y="3602066"/>
                  </a:lnTo>
                  <a:lnTo>
                    <a:pt x="3376593" y="3631447"/>
                  </a:lnTo>
                  <a:lnTo>
                    <a:pt x="3341701" y="3660083"/>
                  </a:lnTo>
                  <a:lnTo>
                    <a:pt x="3306175" y="3687962"/>
                  </a:lnTo>
                  <a:lnTo>
                    <a:pt x="3270028" y="3715073"/>
                  </a:lnTo>
                  <a:lnTo>
                    <a:pt x="3233272" y="3741401"/>
                  </a:lnTo>
                  <a:lnTo>
                    <a:pt x="3195921" y="3766936"/>
                  </a:lnTo>
                  <a:lnTo>
                    <a:pt x="3157985" y="3791664"/>
                  </a:lnTo>
                  <a:lnTo>
                    <a:pt x="3119477" y="3815574"/>
                  </a:lnTo>
                  <a:lnTo>
                    <a:pt x="3080410" y="3838653"/>
                  </a:lnTo>
                  <a:lnTo>
                    <a:pt x="3040796" y="3860889"/>
                  </a:lnTo>
                  <a:lnTo>
                    <a:pt x="3000647" y="3882269"/>
                  </a:lnTo>
                  <a:lnTo>
                    <a:pt x="2959976" y="3902781"/>
                  </a:lnTo>
                  <a:lnTo>
                    <a:pt x="2918795" y="3922413"/>
                  </a:lnTo>
                  <a:lnTo>
                    <a:pt x="2877117" y="3941153"/>
                  </a:lnTo>
                  <a:lnTo>
                    <a:pt x="2834953" y="3958987"/>
                  </a:lnTo>
                  <a:lnTo>
                    <a:pt x="2792316" y="3975904"/>
                  </a:lnTo>
                  <a:lnTo>
                    <a:pt x="2749218" y="3991891"/>
                  </a:lnTo>
                  <a:lnTo>
                    <a:pt x="2705673" y="4006937"/>
                  </a:lnTo>
                  <a:lnTo>
                    <a:pt x="2661691" y="4021028"/>
                  </a:lnTo>
                  <a:lnTo>
                    <a:pt x="2617286" y="4034152"/>
                  </a:lnTo>
                  <a:lnTo>
                    <a:pt x="2572469" y="4046298"/>
                  </a:lnTo>
                  <a:lnTo>
                    <a:pt x="2527254" y="4057452"/>
                  </a:lnTo>
                  <a:lnTo>
                    <a:pt x="2481652" y="4067602"/>
                  </a:lnTo>
                  <a:lnTo>
                    <a:pt x="2435675" y="4076736"/>
                  </a:lnTo>
                  <a:lnTo>
                    <a:pt x="2389337" y="4084842"/>
                  </a:lnTo>
                  <a:lnTo>
                    <a:pt x="2342650" y="4091907"/>
                  </a:lnTo>
                  <a:lnTo>
                    <a:pt x="2295625" y="4097919"/>
                  </a:lnTo>
                  <a:lnTo>
                    <a:pt x="2248275" y="4102866"/>
                  </a:lnTo>
                  <a:lnTo>
                    <a:pt x="2200613" y="4106735"/>
                  </a:lnTo>
                  <a:lnTo>
                    <a:pt x="2152651" y="4109514"/>
                  </a:lnTo>
                  <a:lnTo>
                    <a:pt x="2104401" y="4111190"/>
                  </a:lnTo>
                  <a:lnTo>
                    <a:pt x="2055876" y="4111752"/>
                  </a:lnTo>
                  <a:lnTo>
                    <a:pt x="2007350" y="4111190"/>
                  </a:lnTo>
                  <a:lnTo>
                    <a:pt x="1959100" y="4109514"/>
                  </a:lnTo>
                  <a:lnTo>
                    <a:pt x="1911138" y="4106735"/>
                  </a:lnTo>
                  <a:lnTo>
                    <a:pt x="1863476" y="4102866"/>
                  </a:lnTo>
                  <a:lnTo>
                    <a:pt x="1816126" y="4097919"/>
                  </a:lnTo>
                  <a:lnTo>
                    <a:pt x="1769101" y="4091907"/>
                  </a:lnTo>
                  <a:lnTo>
                    <a:pt x="1722414" y="4084842"/>
                  </a:lnTo>
                  <a:lnTo>
                    <a:pt x="1676076" y="4076736"/>
                  </a:lnTo>
                  <a:lnTo>
                    <a:pt x="1630099" y="4067602"/>
                  </a:lnTo>
                  <a:lnTo>
                    <a:pt x="1584497" y="4057452"/>
                  </a:lnTo>
                  <a:lnTo>
                    <a:pt x="1539282" y="4046298"/>
                  </a:lnTo>
                  <a:lnTo>
                    <a:pt x="1494465" y="4034152"/>
                  </a:lnTo>
                  <a:lnTo>
                    <a:pt x="1450060" y="4021028"/>
                  </a:lnTo>
                  <a:lnTo>
                    <a:pt x="1406078" y="4006937"/>
                  </a:lnTo>
                  <a:lnTo>
                    <a:pt x="1362533" y="3991891"/>
                  </a:lnTo>
                  <a:lnTo>
                    <a:pt x="1319435" y="3975904"/>
                  </a:lnTo>
                  <a:lnTo>
                    <a:pt x="1276798" y="3958987"/>
                  </a:lnTo>
                  <a:lnTo>
                    <a:pt x="1234634" y="3941153"/>
                  </a:lnTo>
                  <a:lnTo>
                    <a:pt x="1192956" y="3922413"/>
                  </a:lnTo>
                  <a:lnTo>
                    <a:pt x="1151775" y="3902781"/>
                  </a:lnTo>
                  <a:lnTo>
                    <a:pt x="1111104" y="3882269"/>
                  </a:lnTo>
                  <a:lnTo>
                    <a:pt x="1070955" y="3860889"/>
                  </a:lnTo>
                  <a:lnTo>
                    <a:pt x="1031341" y="3838653"/>
                  </a:lnTo>
                  <a:lnTo>
                    <a:pt x="992274" y="3815574"/>
                  </a:lnTo>
                  <a:lnTo>
                    <a:pt x="953766" y="3791664"/>
                  </a:lnTo>
                  <a:lnTo>
                    <a:pt x="915830" y="3766936"/>
                  </a:lnTo>
                  <a:lnTo>
                    <a:pt x="878479" y="3741401"/>
                  </a:lnTo>
                  <a:lnTo>
                    <a:pt x="841723" y="3715073"/>
                  </a:lnTo>
                  <a:lnTo>
                    <a:pt x="805576" y="3687962"/>
                  </a:lnTo>
                  <a:lnTo>
                    <a:pt x="770050" y="3660083"/>
                  </a:lnTo>
                  <a:lnTo>
                    <a:pt x="735158" y="3631447"/>
                  </a:lnTo>
                  <a:lnTo>
                    <a:pt x="700912" y="3602066"/>
                  </a:lnTo>
                  <a:lnTo>
                    <a:pt x="667323" y="3571954"/>
                  </a:lnTo>
                  <a:lnTo>
                    <a:pt x="634405" y="3541121"/>
                  </a:lnTo>
                  <a:lnTo>
                    <a:pt x="602170" y="3509581"/>
                  </a:lnTo>
                  <a:lnTo>
                    <a:pt x="570630" y="3477346"/>
                  </a:lnTo>
                  <a:lnTo>
                    <a:pt x="539797" y="3444428"/>
                  </a:lnTo>
                  <a:lnTo>
                    <a:pt x="509685" y="3410839"/>
                  </a:lnTo>
                  <a:lnTo>
                    <a:pt x="480304" y="3376593"/>
                  </a:lnTo>
                  <a:lnTo>
                    <a:pt x="451668" y="3341701"/>
                  </a:lnTo>
                  <a:lnTo>
                    <a:pt x="423789" y="3306175"/>
                  </a:lnTo>
                  <a:lnTo>
                    <a:pt x="396678" y="3270028"/>
                  </a:lnTo>
                  <a:lnTo>
                    <a:pt x="370350" y="3233272"/>
                  </a:lnTo>
                  <a:lnTo>
                    <a:pt x="344815" y="3195921"/>
                  </a:lnTo>
                  <a:lnTo>
                    <a:pt x="320087" y="3157985"/>
                  </a:lnTo>
                  <a:lnTo>
                    <a:pt x="296177" y="3119477"/>
                  </a:lnTo>
                  <a:lnTo>
                    <a:pt x="273098" y="3080410"/>
                  </a:lnTo>
                  <a:lnTo>
                    <a:pt x="250862" y="3040796"/>
                  </a:lnTo>
                  <a:lnTo>
                    <a:pt x="229482" y="3000647"/>
                  </a:lnTo>
                  <a:lnTo>
                    <a:pt x="208970" y="2959976"/>
                  </a:lnTo>
                  <a:lnTo>
                    <a:pt x="189338" y="2918795"/>
                  </a:lnTo>
                  <a:lnTo>
                    <a:pt x="170598" y="2877117"/>
                  </a:lnTo>
                  <a:lnTo>
                    <a:pt x="152764" y="2834953"/>
                  </a:lnTo>
                  <a:lnTo>
                    <a:pt x="135847" y="2792316"/>
                  </a:lnTo>
                  <a:lnTo>
                    <a:pt x="119860" y="2749218"/>
                  </a:lnTo>
                  <a:lnTo>
                    <a:pt x="104814" y="2705673"/>
                  </a:lnTo>
                  <a:lnTo>
                    <a:pt x="90723" y="2661691"/>
                  </a:lnTo>
                  <a:lnTo>
                    <a:pt x="77599" y="2617286"/>
                  </a:lnTo>
                  <a:lnTo>
                    <a:pt x="65453" y="2572469"/>
                  </a:lnTo>
                  <a:lnTo>
                    <a:pt x="54299" y="2527254"/>
                  </a:lnTo>
                  <a:lnTo>
                    <a:pt x="44149" y="2481652"/>
                  </a:lnTo>
                  <a:lnTo>
                    <a:pt x="35015" y="2435675"/>
                  </a:lnTo>
                  <a:lnTo>
                    <a:pt x="26909" y="2389337"/>
                  </a:lnTo>
                  <a:lnTo>
                    <a:pt x="19844" y="2342650"/>
                  </a:lnTo>
                  <a:lnTo>
                    <a:pt x="13832" y="2295625"/>
                  </a:lnTo>
                  <a:lnTo>
                    <a:pt x="8885" y="2248275"/>
                  </a:lnTo>
                  <a:lnTo>
                    <a:pt x="5016" y="2200613"/>
                  </a:lnTo>
                  <a:lnTo>
                    <a:pt x="2237" y="2152651"/>
                  </a:lnTo>
                  <a:lnTo>
                    <a:pt x="561" y="2104401"/>
                  </a:lnTo>
                  <a:lnTo>
                    <a:pt x="0" y="2055876"/>
                  </a:lnTo>
                  <a:close/>
                </a:path>
              </a:pathLst>
            </a:custGeom>
            <a:ln w="25400">
              <a:solidFill>
                <a:srgbClr val="DF86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454265" y="3972890"/>
            <a:ext cx="17951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290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CRORES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348209" y="7732903"/>
            <a:ext cx="5249545" cy="124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Total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Addressable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market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(TAM)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(Number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of </a:t>
            </a:r>
            <a:r>
              <a:rPr dirty="0" sz="2000">
                <a:latin typeface="Arial"/>
                <a:cs typeface="Arial"/>
              </a:rPr>
              <a:t>farms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x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Adoption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Rate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x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Price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unit)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=146,000,000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x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0.20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x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1,000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29,200,000,000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494146" y="6280861"/>
            <a:ext cx="6522720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82090" algn="l"/>
              </a:tabLst>
            </a:pPr>
            <a:r>
              <a:rPr dirty="0" sz="2000" spc="-10">
                <a:latin typeface="Arial"/>
                <a:cs typeface="Arial"/>
              </a:rPr>
              <a:t>Serviceable</a:t>
            </a:r>
            <a:r>
              <a:rPr dirty="0" sz="2000">
                <a:latin typeface="Arial"/>
                <a:cs typeface="Arial"/>
              </a:rPr>
              <a:t>	Available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Market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(SAM)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(Number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Target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Farmers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x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Average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Revenue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Farmer)</a:t>
            </a:r>
            <a:endParaRPr sz="20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100,000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FARMERS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X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20,000,000</a:t>
            </a:r>
            <a:endParaRPr sz="20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2,900,000,000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567410" y="4482211"/>
            <a:ext cx="25336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Arial"/>
                <a:cs typeface="Arial"/>
              </a:rPr>
              <a:t>2,990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CRORES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59740" y="5747765"/>
            <a:ext cx="4311650" cy="1245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"/>
                <a:cs typeface="Arial"/>
              </a:rPr>
              <a:t>Serviceable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Obtainable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Market(SOM)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(SAM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x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Market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Penetration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Rate)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2,900,000,000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x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0.10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10">
                <a:latin typeface="Arial"/>
                <a:cs typeface="Arial"/>
              </a:rPr>
              <a:t> 290,000,000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3105" y="9284614"/>
            <a:ext cx="1778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Source: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Internet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F9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2284" y="0"/>
            <a:ext cx="5573268" cy="311200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39800" y="7021067"/>
            <a:ext cx="4648200" cy="32659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735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Arial"/>
                <a:cs typeface="Arial"/>
              </a:rPr>
              <a:t>Customer</a:t>
            </a:r>
            <a:r>
              <a:rPr dirty="0" sz="3600" spc="-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000000"/>
                </a:solidFill>
                <a:latin typeface="Arial"/>
                <a:cs typeface="Arial"/>
              </a:rPr>
              <a:t>Persona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89932" y="1842516"/>
            <a:ext cx="11288395" cy="1701164"/>
          </a:xfrm>
          <a:prstGeom prst="rect">
            <a:avLst/>
          </a:prstGeom>
          <a:solidFill>
            <a:srgbClr val="FFC000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GOALS</a:t>
            </a:r>
            <a:endParaRPr sz="2700">
              <a:latin typeface="Arial"/>
              <a:cs typeface="Arial"/>
            </a:endParaRPr>
          </a:p>
          <a:p>
            <a:pPr marL="473075" indent="-381000">
              <a:lnSpc>
                <a:spcPct val="100000"/>
              </a:lnSpc>
              <a:buAutoNum type="arabicPeriod"/>
              <a:tabLst>
                <a:tab pos="473075" algn="l"/>
              </a:tabLst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Protect</a:t>
            </a:r>
            <a:r>
              <a:rPr dirty="0" sz="27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crops</a:t>
            </a:r>
            <a:r>
              <a:rPr dirty="0" sz="27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Water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Logging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7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Rainy</a:t>
            </a:r>
            <a:r>
              <a:rPr dirty="0" sz="27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Seasons</a:t>
            </a:r>
            <a:endParaRPr sz="2700">
              <a:latin typeface="Arial"/>
              <a:cs typeface="Arial"/>
            </a:endParaRPr>
          </a:p>
          <a:p>
            <a:pPr marL="473075" indent="-381000">
              <a:lnSpc>
                <a:spcPts val="3200"/>
              </a:lnSpc>
              <a:buAutoNum type="arabicPeriod"/>
              <a:tabLst>
                <a:tab pos="473075" algn="l"/>
              </a:tabLst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Increase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yield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endParaRPr sz="2700">
              <a:latin typeface="Arial"/>
              <a:cs typeface="Arial"/>
            </a:endParaRPr>
          </a:p>
          <a:p>
            <a:pPr marL="473075" indent="-381000">
              <a:lnSpc>
                <a:spcPts val="3200"/>
              </a:lnSpc>
              <a:buAutoNum type="arabicPeriod"/>
              <a:tabLst>
                <a:tab pos="473075" algn="l"/>
              </a:tabLst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Sustainable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farming</a:t>
            </a:r>
            <a:r>
              <a:rPr dirty="0" sz="27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crops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damage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768596" y="3543300"/>
            <a:ext cx="11309985" cy="2613025"/>
          </a:xfrm>
          <a:custGeom>
            <a:avLst/>
            <a:gdLst/>
            <a:ahLst/>
            <a:cxnLst/>
            <a:rect l="l" t="t" r="r" b="b"/>
            <a:pathLst>
              <a:path w="11309985" h="2613025">
                <a:moveTo>
                  <a:pt x="0" y="2612898"/>
                </a:moveTo>
                <a:lnTo>
                  <a:pt x="11309604" y="2612898"/>
                </a:lnTo>
                <a:lnTo>
                  <a:pt x="11309604" y="0"/>
                </a:lnTo>
                <a:lnTo>
                  <a:pt x="0" y="0"/>
                </a:lnTo>
                <a:lnTo>
                  <a:pt x="0" y="2612898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48225" y="3555619"/>
            <a:ext cx="174434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FFFFFF"/>
                </a:solidFill>
                <a:latin typeface="Calibri"/>
                <a:cs typeface="Calibri"/>
              </a:rPr>
              <a:t>Frustrations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48225" y="3979290"/>
            <a:ext cx="8331200" cy="166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Feeling</a:t>
            </a:r>
            <a:r>
              <a:rPr dirty="0" sz="27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helpless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against</a:t>
            </a:r>
            <a:r>
              <a:rPr dirty="0" sz="27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unpredictable</a:t>
            </a:r>
            <a:r>
              <a:rPr dirty="0" sz="27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weather.</a:t>
            </a:r>
            <a:endParaRPr sz="27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Anxiety</a:t>
            </a:r>
            <a:r>
              <a:rPr dirty="0" sz="2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crop</a:t>
            </a:r>
            <a:r>
              <a:rPr dirty="0" sz="2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loss</a:t>
            </a:r>
            <a:r>
              <a:rPr dirty="0" sz="2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7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financial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stability.</a:t>
            </a:r>
            <a:endParaRPr sz="2700">
              <a:latin typeface="Arial"/>
              <a:cs typeface="Arial"/>
            </a:endParaRPr>
          </a:p>
          <a:p>
            <a:pPr marL="527685" indent="-514984">
              <a:lnSpc>
                <a:spcPts val="3200"/>
              </a:lnSpc>
              <a:buAutoNum type="arabicPeriod"/>
              <a:tabLst>
                <a:tab pos="527685" algn="l"/>
              </a:tabLst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Frustration</a:t>
            </a:r>
            <a:r>
              <a:rPr dirty="0" sz="2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manual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labor</a:t>
            </a:r>
            <a:r>
              <a:rPr dirty="0" sz="2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7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inefficiency.</a:t>
            </a:r>
            <a:endParaRPr sz="2700">
              <a:latin typeface="Arial"/>
              <a:cs typeface="Arial"/>
            </a:endParaRPr>
          </a:p>
          <a:p>
            <a:pPr marL="527685" indent="-514984">
              <a:lnSpc>
                <a:spcPts val="3200"/>
              </a:lnSpc>
              <a:buAutoNum type="arabicPeriod"/>
              <a:tabLst>
                <a:tab pos="527685" algn="l"/>
              </a:tabLst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Concerns</a:t>
            </a:r>
            <a:r>
              <a:rPr dirty="0" sz="27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27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environmental</a:t>
            </a:r>
            <a:r>
              <a:rPr dirty="0" sz="27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impact.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712461" y="6143497"/>
            <a:ext cx="11379200" cy="3856990"/>
            <a:chOff x="4712461" y="6143497"/>
            <a:chExt cx="11379200" cy="3856990"/>
          </a:xfrm>
        </p:grpSpPr>
        <p:sp>
          <p:nvSpPr>
            <p:cNvPr id="11" name="object 11" descr=""/>
            <p:cNvSpPr/>
            <p:nvPr/>
          </p:nvSpPr>
          <p:spPr>
            <a:xfrm>
              <a:off x="4725161" y="6156197"/>
              <a:ext cx="11353800" cy="3831590"/>
            </a:xfrm>
            <a:custGeom>
              <a:avLst/>
              <a:gdLst/>
              <a:ahLst/>
              <a:cxnLst/>
              <a:rect l="l" t="t" r="r" b="b"/>
              <a:pathLst>
                <a:path w="11353800" h="3831590">
                  <a:moveTo>
                    <a:pt x="11353800" y="0"/>
                  </a:moveTo>
                  <a:lnTo>
                    <a:pt x="0" y="0"/>
                  </a:lnTo>
                  <a:lnTo>
                    <a:pt x="0" y="3831336"/>
                  </a:lnTo>
                  <a:lnTo>
                    <a:pt x="11353800" y="3831336"/>
                  </a:lnTo>
                  <a:lnTo>
                    <a:pt x="11353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725161" y="6156197"/>
              <a:ext cx="11353800" cy="3831590"/>
            </a:xfrm>
            <a:custGeom>
              <a:avLst/>
              <a:gdLst/>
              <a:ahLst/>
              <a:cxnLst/>
              <a:rect l="l" t="t" r="r" b="b"/>
              <a:pathLst>
                <a:path w="11353800" h="3831590">
                  <a:moveTo>
                    <a:pt x="0" y="3831336"/>
                  </a:moveTo>
                  <a:lnTo>
                    <a:pt x="11353800" y="3831336"/>
                  </a:lnTo>
                  <a:lnTo>
                    <a:pt x="11353800" y="0"/>
                  </a:lnTo>
                  <a:lnTo>
                    <a:pt x="0" y="0"/>
                  </a:lnTo>
                  <a:lnTo>
                    <a:pt x="0" y="3831336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803394" y="6168390"/>
            <a:ext cx="1007237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RAMANATHAN,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20" b="1">
                <a:solidFill>
                  <a:srgbClr val="FC9F4D"/>
                </a:solidFill>
                <a:latin typeface="Calibri"/>
                <a:cs typeface="Calibri"/>
              </a:rPr>
              <a:t>third-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generation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farmer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from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Coimbatore,</a:t>
            </a:r>
            <a:r>
              <a:rPr dirty="0" sz="2700" spc="-2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has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20" b="1">
                <a:solidFill>
                  <a:srgbClr val="FC9F4D"/>
                </a:solidFill>
                <a:latin typeface="Calibri"/>
                <a:cs typeface="Calibri"/>
              </a:rPr>
              <a:t>been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practicing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organic</a:t>
            </a:r>
            <a:r>
              <a:rPr dirty="0" sz="2700" spc="-6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farming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for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15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years.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His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15" b="1">
                <a:solidFill>
                  <a:srgbClr val="FC9F4D"/>
                </a:solidFill>
                <a:latin typeface="Calibri"/>
                <a:cs typeface="Calibri"/>
              </a:rPr>
              <a:t>80-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acre</a:t>
            </a:r>
            <a:r>
              <a:rPr dirty="0" sz="2700" spc="-5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farm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produces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C9F4D"/>
                </a:solidFill>
                <a:latin typeface="Calibri"/>
                <a:cs typeface="Calibri"/>
              </a:rPr>
              <a:t>rice,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millets,</a:t>
            </a:r>
            <a:r>
              <a:rPr dirty="0" sz="2700" spc="-3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vegetables,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and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fruits,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along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with</a:t>
            </a:r>
            <a:r>
              <a:rPr dirty="0" sz="2700" spc="-5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native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cattle.</a:t>
            </a:r>
            <a:r>
              <a:rPr dirty="0" sz="2700" spc="-5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Committed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FC9F4D"/>
                </a:solidFill>
                <a:latin typeface="Calibri"/>
                <a:cs typeface="Calibri"/>
              </a:rPr>
              <a:t>to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sustainability,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he</a:t>
            </a:r>
            <a:r>
              <a:rPr dirty="0" sz="2700" spc="-3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uses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organic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pest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control,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composting,</a:t>
            </a:r>
            <a:r>
              <a:rPr dirty="0" sz="2700" spc="-5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and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C9F4D"/>
                </a:solidFill>
                <a:latin typeface="Calibri"/>
                <a:cs typeface="Calibri"/>
              </a:rPr>
              <a:t>water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03394" y="7814564"/>
            <a:ext cx="11055350" cy="2083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681729" algn="l"/>
              </a:tabLst>
            </a:pP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conservation</a:t>
            </a:r>
            <a:r>
              <a:rPr dirty="0" sz="2700" spc="-10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C9F4D"/>
                </a:solidFill>
                <a:latin typeface="Calibri"/>
                <a:cs typeface="Calibri"/>
              </a:rPr>
              <a:t>methods.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	He</a:t>
            </a:r>
            <a:r>
              <a:rPr dirty="0" sz="2700" spc="-5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actively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supports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local</a:t>
            </a:r>
            <a:r>
              <a:rPr dirty="0" sz="2700" spc="-4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farming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cooperatives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FC9F4D"/>
                </a:solidFill>
                <a:latin typeface="Calibri"/>
                <a:cs typeface="Calibri"/>
              </a:rPr>
              <a:t>and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promotes</a:t>
            </a:r>
            <a:r>
              <a:rPr dirty="0" sz="2700" spc="-5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organic</a:t>
            </a:r>
            <a:r>
              <a:rPr dirty="0" sz="2700" spc="-7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farming</a:t>
            </a:r>
            <a:r>
              <a:rPr dirty="0" sz="2700" spc="-5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through</a:t>
            </a:r>
            <a:r>
              <a:rPr dirty="0" sz="2700" spc="-5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workshops.</a:t>
            </a:r>
            <a:r>
              <a:rPr dirty="0" sz="2700" spc="-6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He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supplies</a:t>
            </a:r>
            <a:r>
              <a:rPr dirty="0" sz="2700" spc="-5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fresh,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C9F4D"/>
                </a:solidFill>
                <a:latin typeface="Calibri"/>
                <a:cs typeface="Calibri"/>
              </a:rPr>
              <a:t>chemical-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free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produce</a:t>
            </a:r>
            <a:r>
              <a:rPr dirty="0" sz="2700" spc="-5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to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local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markets</a:t>
            </a:r>
            <a:r>
              <a:rPr dirty="0" sz="2700" spc="-3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and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believes</a:t>
            </a:r>
            <a:r>
              <a:rPr dirty="0" sz="2700" spc="-3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organic</a:t>
            </a:r>
            <a:r>
              <a:rPr dirty="0" sz="2700" spc="-6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farming</a:t>
            </a:r>
            <a:r>
              <a:rPr dirty="0" sz="2700" spc="-4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is</a:t>
            </a:r>
            <a:r>
              <a:rPr dirty="0" sz="2700" spc="-5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essential</a:t>
            </a:r>
            <a:r>
              <a:rPr dirty="0" sz="2700" spc="-5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FC9F4D"/>
                </a:solidFill>
                <a:latin typeface="Calibri"/>
                <a:cs typeface="Calibri"/>
              </a:rPr>
              <a:t>for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food</a:t>
            </a:r>
            <a:r>
              <a:rPr dirty="0" sz="2700" spc="-2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security</a:t>
            </a:r>
            <a:r>
              <a:rPr dirty="0" sz="2700" spc="-2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and</a:t>
            </a:r>
            <a:r>
              <a:rPr dirty="0" sz="2700" spc="-2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combating</a:t>
            </a:r>
            <a:r>
              <a:rPr dirty="0" sz="2700" spc="-2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climate</a:t>
            </a:r>
            <a:r>
              <a:rPr dirty="0" sz="2700" spc="-2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change.</a:t>
            </a:r>
            <a:r>
              <a:rPr dirty="0" sz="2700" spc="-1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In</a:t>
            </a:r>
            <a:r>
              <a:rPr dirty="0" sz="2700" spc="-2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his</a:t>
            </a:r>
            <a:r>
              <a:rPr dirty="0" sz="2700" spc="-2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free</a:t>
            </a:r>
            <a:r>
              <a:rPr dirty="0" sz="2700" spc="-2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time,</a:t>
            </a:r>
            <a:r>
              <a:rPr dirty="0" sz="2700" spc="-2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he</a:t>
            </a:r>
            <a:r>
              <a:rPr dirty="0" sz="2700" spc="-10" b="1">
                <a:solidFill>
                  <a:srgbClr val="FC9F4D"/>
                </a:solidFill>
                <a:latin typeface="Calibri"/>
                <a:cs typeface="Calibri"/>
              </a:rPr>
              <a:t> enjoys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teaching</a:t>
            </a:r>
            <a:r>
              <a:rPr dirty="0" sz="2700" spc="-7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young</a:t>
            </a:r>
            <a:r>
              <a:rPr dirty="0" sz="2700" spc="-9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farmers</a:t>
            </a:r>
            <a:r>
              <a:rPr dirty="0" sz="2700" spc="-5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and</a:t>
            </a:r>
            <a:r>
              <a:rPr dirty="0" sz="2700" spc="-6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promoting</a:t>
            </a:r>
            <a:r>
              <a:rPr dirty="0" sz="2700" spc="-7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traditional</a:t>
            </a:r>
            <a:r>
              <a:rPr dirty="0" sz="2700" spc="-55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Tamil</a:t>
            </a:r>
            <a:r>
              <a:rPr dirty="0" sz="2700" spc="-7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C9F4D"/>
                </a:solidFill>
                <a:latin typeface="Calibri"/>
                <a:cs typeface="Calibri"/>
              </a:rPr>
              <a:t>farming</a:t>
            </a:r>
            <a:r>
              <a:rPr dirty="0" sz="2700" spc="-70" b="1">
                <a:solidFill>
                  <a:srgbClr val="FC9F4D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C9F4D"/>
                </a:solidFill>
                <a:latin typeface="Calibri"/>
                <a:cs typeface="Calibri"/>
              </a:rPr>
              <a:t>techniques.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4649" y="5739765"/>
            <a:ext cx="361251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052B3D"/>
                </a:solidFill>
                <a:latin typeface="Calibri"/>
                <a:cs typeface="Calibri"/>
              </a:rPr>
              <a:t>Age:</a:t>
            </a:r>
            <a:r>
              <a:rPr dirty="0" sz="2100" spc="-30">
                <a:solidFill>
                  <a:srgbClr val="052B3D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052B3D"/>
                </a:solidFill>
                <a:latin typeface="Calibri"/>
                <a:cs typeface="Calibri"/>
              </a:rPr>
              <a:t>67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2816860" algn="l"/>
              </a:tabLst>
            </a:pPr>
            <a:r>
              <a:rPr dirty="0" sz="2100" spc="-10">
                <a:solidFill>
                  <a:srgbClr val="052B3D"/>
                </a:solidFill>
                <a:latin typeface="Calibri"/>
                <a:cs typeface="Calibri"/>
              </a:rPr>
              <a:t>Occupation:</a:t>
            </a:r>
            <a:r>
              <a:rPr dirty="0" sz="2100">
                <a:solidFill>
                  <a:srgbClr val="052B3D"/>
                </a:solidFill>
                <a:latin typeface="Calibri"/>
                <a:cs typeface="Calibri"/>
              </a:rPr>
              <a:t>	</a:t>
            </a:r>
            <a:r>
              <a:rPr dirty="0" sz="2100" spc="-10">
                <a:solidFill>
                  <a:srgbClr val="052B3D"/>
                </a:solidFill>
                <a:latin typeface="Calibri"/>
                <a:cs typeface="Calibri"/>
              </a:rPr>
              <a:t>Farmer </a:t>
            </a:r>
            <a:r>
              <a:rPr dirty="0" sz="2100">
                <a:solidFill>
                  <a:srgbClr val="052B3D"/>
                </a:solidFill>
                <a:latin typeface="Calibri"/>
                <a:cs typeface="Calibri"/>
              </a:rPr>
              <a:t>Location:</a:t>
            </a:r>
            <a:r>
              <a:rPr dirty="0" sz="2100" spc="430">
                <a:solidFill>
                  <a:srgbClr val="052B3D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052B3D"/>
                </a:solidFill>
                <a:latin typeface="Calibri"/>
                <a:cs typeface="Calibri"/>
              </a:rPr>
              <a:t>COIMBATORE</a:t>
            </a:r>
            <a:r>
              <a:rPr dirty="0" sz="2100" spc="430">
                <a:solidFill>
                  <a:srgbClr val="052B3D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052B3D"/>
                </a:solidFill>
                <a:latin typeface="Calibri"/>
                <a:cs typeface="Calibri"/>
              </a:rPr>
              <a:t>District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3108" y="4488179"/>
            <a:ext cx="4093845" cy="1062355"/>
          </a:xfrm>
          <a:prstGeom prst="rect">
            <a:avLst/>
          </a:prstGeom>
          <a:solidFill>
            <a:srgbClr val="FFC000"/>
          </a:solidFill>
        </p:spPr>
        <p:txBody>
          <a:bodyPr wrap="square" lIns="0" tIns="482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2100">
              <a:latin typeface="Times New Roman"/>
              <a:cs typeface="Times New Roman"/>
            </a:endParaRPr>
          </a:p>
          <a:p>
            <a:pPr marL="1236980">
              <a:lnSpc>
                <a:spcPct val="100000"/>
              </a:lnSpc>
            </a:pPr>
            <a:r>
              <a:rPr dirty="0" sz="2100" spc="-10" b="1">
                <a:solidFill>
                  <a:srgbClr val="FFFFFF"/>
                </a:solidFill>
                <a:latin typeface="Calibri"/>
                <a:cs typeface="Calibri"/>
              </a:rPr>
              <a:t>RAMANATHAN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3362" y="1826005"/>
            <a:ext cx="4146296" cy="2662174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74649" y="2872485"/>
            <a:ext cx="765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Photo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95091" y="233172"/>
            <a:ext cx="2238755" cy="1476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838815" y="5075301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843B0B"/>
                </a:solidFill>
                <a:latin typeface="Arial"/>
                <a:cs typeface="Arial"/>
              </a:rPr>
              <a:t>JOBS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797288" y="5571235"/>
            <a:ext cx="717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843B0B"/>
                </a:solidFill>
                <a:latin typeface="Arial"/>
                <a:cs typeface="Arial"/>
              </a:rPr>
              <a:t>PAINS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38486" y="4451730"/>
            <a:ext cx="743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843B0B"/>
                </a:solidFill>
                <a:latin typeface="Arial"/>
                <a:cs typeface="Arial"/>
              </a:rPr>
              <a:t>GAINS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725667" y="4116323"/>
            <a:ext cx="2708275" cy="2148205"/>
            <a:chOff x="5725667" y="4116323"/>
            <a:chExt cx="2708275" cy="2148205"/>
          </a:xfrm>
        </p:grpSpPr>
        <p:sp>
          <p:nvSpPr>
            <p:cNvPr id="6" name="object 6" descr=""/>
            <p:cNvSpPr/>
            <p:nvPr/>
          </p:nvSpPr>
          <p:spPr>
            <a:xfrm>
              <a:off x="5743955" y="4134611"/>
              <a:ext cx="2689860" cy="2103120"/>
            </a:xfrm>
            <a:custGeom>
              <a:avLst/>
              <a:gdLst/>
              <a:ahLst/>
              <a:cxnLst/>
              <a:rect l="l" t="t" r="r" b="b"/>
              <a:pathLst>
                <a:path w="2689859" h="2103120">
                  <a:moveTo>
                    <a:pt x="2689859" y="0"/>
                  </a:moveTo>
                  <a:lnTo>
                    <a:pt x="0" y="0"/>
                  </a:lnTo>
                  <a:lnTo>
                    <a:pt x="0" y="2103119"/>
                  </a:lnTo>
                  <a:lnTo>
                    <a:pt x="2689859" y="2103119"/>
                  </a:lnTo>
                  <a:lnTo>
                    <a:pt x="2689859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64095" y="5013959"/>
              <a:ext cx="448309" cy="350520"/>
            </a:xfrm>
            <a:custGeom>
              <a:avLst/>
              <a:gdLst/>
              <a:ahLst/>
              <a:cxnLst/>
              <a:rect l="l" t="t" r="r" b="b"/>
              <a:pathLst>
                <a:path w="448309" h="350520">
                  <a:moveTo>
                    <a:pt x="224027" y="0"/>
                  </a:moveTo>
                  <a:lnTo>
                    <a:pt x="172669" y="4629"/>
                  </a:lnTo>
                  <a:lnTo>
                    <a:pt x="125518" y="17817"/>
                  </a:lnTo>
                  <a:lnTo>
                    <a:pt x="83922" y="38508"/>
                  </a:lnTo>
                  <a:lnTo>
                    <a:pt x="49225" y="65651"/>
                  </a:lnTo>
                  <a:lnTo>
                    <a:pt x="22775" y="98193"/>
                  </a:lnTo>
                  <a:lnTo>
                    <a:pt x="5918" y="135080"/>
                  </a:lnTo>
                  <a:lnTo>
                    <a:pt x="0" y="175260"/>
                  </a:lnTo>
                  <a:lnTo>
                    <a:pt x="5918" y="215439"/>
                  </a:lnTo>
                  <a:lnTo>
                    <a:pt x="22775" y="252326"/>
                  </a:lnTo>
                  <a:lnTo>
                    <a:pt x="49225" y="284868"/>
                  </a:lnTo>
                  <a:lnTo>
                    <a:pt x="83922" y="312011"/>
                  </a:lnTo>
                  <a:lnTo>
                    <a:pt x="125518" y="332702"/>
                  </a:lnTo>
                  <a:lnTo>
                    <a:pt x="172669" y="345890"/>
                  </a:lnTo>
                  <a:lnTo>
                    <a:pt x="224027" y="350519"/>
                  </a:lnTo>
                  <a:lnTo>
                    <a:pt x="275386" y="345890"/>
                  </a:lnTo>
                  <a:lnTo>
                    <a:pt x="322537" y="332702"/>
                  </a:lnTo>
                  <a:lnTo>
                    <a:pt x="364133" y="312011"/>
                  </a:lnTo>
                  <a:lnTo>
                    <a:pt x="398830" y="284868"/>
                  </a:lnTo>
                  <a:lnTo>
                    <a:pt x="425280" y="252326"/>
                  </a:lnTo>
                  <a:lnTo>
                    <a:pt x="442137" y="215439"/>
                  </a:lnTo>
                  <a:lnTo>
                    <a:pt x="448055" y="175260"/>
                  </a:lnTo>
                  <a:lnTo>
                    <a:pt x="442137" y="135080"/>
                  </a:lnTo>
                  <a:lnTo>
                    <a:pt x="425280" y="98193"/>
                  </a:lnTo>
                  <a:lnTo>
                    <a:pt x="398830" y="65651"/>
                  </a:lnTo>
                  <a:lnTo>
                    <a:pt x="364133" y="38508"/>
                  </a:lnTo>
                  <a:lnTo>
                    <a:pt x="322537" y="17817"/>
                  </a:lnTo>
                  <a:lnTo>
                    <a:pt x="275386" y="4629"/>
                  </a:lnTo>
                  <a:lnTo>
                    <a:pt x="224027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340345" y="5129783"/>
              <a:ext cx="1093470" cy="114300"/>
            </a:xfrm>
            <a:custGeom>
              <a:avLst/>
              <a:gdLst/>
              <a:ahLst/>
              <a:cxnLst/>
              <a:rect l="l" t="t" r="r" b="b"/>
              <a:pathLst>
                <a:path w="1093470" h="114300">
                  <a:moveTo>
                    <a:pt x="979170" y="0"/>
                  </a:moveTo>
                  <a:lnTo>
                    <a:pt x="979170" y="114300"/>
                  </a:lnTo>
                  <a:lnTo>
                    <a:pt x="1055370" y="76200"/>
                  </a:lnTo>
                  <a:lnTo>
                    <a:pt x="998220" y="76200"/>
                  </a:lnTo>
                  <a:lnTo>
                    <a:pt x="998220" y="38100"/>
                  </a:lnTo>
                  <a:lnTo>
                    <a:pt x="1055370" y="38100"/>
                  </a:lnTo>
                  <a:lnTo>
                    <a:pt x="979170" y="0"/>
                  </a:lnTo>
                  <a:close/>
                </a:path>
                <a:path w="1093470" h="114300">
                  <a:moveTo>
                    <a:pt x="97917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79170" y="76200"/>
                  </a:lnTo>
                  <a:lnTo>
                    <a:pt x="979170" y="38100"/>
                  </a:lnTo>
                  <a:close/>
                </a:path>
                <a:path w="1093470" h="114300">
                  <a:moveTo>
                    <a:pt x="1055370" y="38100"/>
                  </a:moveTo>
                  <a:lnTo>
                    <a:pt x="998220" y="38100"/>
                  </a:lnTo>
                  <a:lnTo>
                    <a:pt x="998220" y="76200"/>
                  </a:lnTo>
                  <a:lnTo>
                    <a:pt x="1055370" y="76200"/>
                  </a:lnTo>
                  <a:lnTo>
                    <a:pt x="1093470" y="57150"/>
                  </a:lnTo>
                  <a:lnTo>
                    <a:pt x="1055370" y="3810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744717" y="4135373"/>
              <a:ext cx="1361440" cy="2110105"/>
            </a:xfrm>
            <a:custGeom>
              <a:avLst/>
              <a:gdLst/>
              <a:ahLst/>
              <a:cxnLst/>
              <a:rect l="l" t="t" r="r" b="b"/>
              <a:pathLst>
                <a:path w="1361440" h="2110104">
                  <a:moveTo>
                    <a:pt x="1344549" y="879983"/>
                  </a:moveTo>
                  <a:lnTo>
                    <a:pt x="0" y="0"/>
                  </a:lnTo>
                </a:path>
                <a:path w="1361440" h="2110104">
                  <a:moveTo>
                    <a:pt x="1361313" y="1237488"/>
                  </a:moveTo>
                  <a:lnTo>
                    <a:pt x="0" y="2109851"/>
                  </a:lnTo>
                </a:path>
              </a:pathLst>
            </a:custGeom>
            <a:ln w="381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740019" y="4451730"/>
            <a:ext cx="2694305" cy="141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60780" marR="24892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385622"/>
                </a:solidFill>
                <a:latin typeface="Arial"/>
                <a:cs typeface="Arial"/>
              </a:rPr>
              <a:t>GAIN CREATORS</a:t>
            </a:r>
            <a:endParaRPr sz="1800">
              <a:latin typeface="Arial"/>
              <a:cs typeface="Arial"/>
            </a:endParaRPr>
          </a:p>
          <a:p>
            <a:pPr>
              <a:lnSpc>
                <a:spcPts val="1345"/>
              </a:lnSpc>
            </a:pPr>
            <a:r>
              <a:rPr dirty="0" sz="1800" spc="-10" b="1">
                <a:solidFill>
                  <a:srgbClr val="385622"/>
                </a:solidFill>
                <a:latin typeface="Arial"/>
                <a:cs typeface="Arial"/>
              </a:rPr>
              <a:t>PRODUCT/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800" spc="-10" b="1">
                <a:solidFill>
                  <a:srgbClr val="385622"/>
                </a:solidFill>
                <a:latin typeface="Arial"/>
                <a:cs typeface="Arial"/>
              </a:rPr>
              <a:t>SERVICE</a:t>
            </a:r>
            <a:endParaRPr sz="1800">
              <a:latin typeface="Arial"/>
              <a:cs typeface="Arial"/>
            </a:endParaRPr>
          </a:p>
          <a:p>
            <a:pPr marL="1057275">
              <a:lnSpc>
                <a:spcPct val="100000"/>
              </a:lnSpc>
              <a:spcBef>
                <a:spcPts val="990"/>
              </a:spcBef>
            </a:pPr>
            <a:r>
              <a:rPr dirty="0" sz="1800" b="1">
                <a:solidFill>
                  <a:srgbClr val="385622"/>
                </a:solidFill>
                <a:latin typeface="Arial"/>
                <a:cs typeface="Arial"/>
              </a:rPr>
              <a:t>PAIN</a:t>
            </a:r>
            <a:r>
              <a:rPr dirty="0" sz="1800" spc="-5" b="1">
                <a:solidFill>
                  <a:srgbClr val="385622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385622"/>
                </a:solidFill>
                <a:latin typeface="Arial"/>
                <a:cs typeface="Arial"/>
              </a:rPr>
              <a:t>KILLERS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554217" y="3021329"/>
            <a:ext cx="1551940" cy="1113790"/>
          </a:xfrm>
          <a:custGeom>
            <a:avLst/>
            <a:gdLst/>
            <a:ahLst/>
            <a:cxnLst/>
            <a:rect l="l" t="t" r="r" b="b"/>
            <a:pathLst>
              <a:path w="1551940" h="1113789">
                <a:moveTo>
                  <a:pt x="1516380" y="1113409"/>
                </a:moveTo>
                <a:lnTo>
                  <a:pt x="1533143" y="0"/>
                </a:lnTo>
              </a:path>
              <a:path w="1551940" h="1113789">
                <a:moveTo>
                  <a:pt x="1551432" y="18161"/>
                </a:moveTo>
                <a:lnTo>
                  <a:pt x="0" y="762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71955" y="1714500"/>
            <a:ext cx="4391025" cy="2123440"/>
          </a:xfrm>
          <a:prstGeom prst="rect">
            <a:avLst/>
          </a:prstGeom>
          <a:ln w="9525">
            <a:solidFill>
              <a:srgbClr val="76707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1440" marR="300355">
              <a:lnSpc>
                <a:spcPct val="100000"/>
              </a:lnSpc>
              <a:spcBef>
                <a:spcPts val="320"/>
              </a:spcBef>
            </a:pPr>
            <a:r>
              <a:rPr dirty="0" sz="1600" i="1">
                <a:latin typeface="Arial"/>
                <a:cs typeface="Arial"/>
              </a:rPr>
              <a:t>What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do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you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offer</a:t>
            </a:r>
            <a:r>
              <a:rPr dirty="0" sz="1600" spc="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that</a:t>
            </a:r>
            <a:r>
              <a:rPr dirty="0" sz="1600" spc="-1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makes</a:t>
            </a:r>
            <a:r>
              <a:rPr dirty="0" sz="1600" spc="-1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the</a:t>
            </a:r>
            <a:r>
              <a:rPr dirty="0" sz="1600" spc="-15" i="1">
                <a:latin typeface="Arial"/>
                <a:cs typeface="Arial"/>
              </a:rPr>
              <a:t> </a:t>
            </a:r>
            <a:r>
              <a:rPr dirty="0" sz="1600" spc="-10" i="1">
                <a:latin typeface="Arial"/>
                <a:cs typeface="Arial"/>
              </a:rPr>
              <a:t>customers</a:t>
            </a:r>
            <a:r>
              <a:rPr dirty="0" sz="1600" spc="-10" i="1">
                <a:latin typeface="Arial"/>
                <a:cs typeface="Arial"/>
              </a:rPr>
              <a:t> happy?</a:t>
            </a:r>
            <a:endParaRPr sz="1600">
              <a:latin typeface="Arial"/>
              <a:cs typeface="Arial"/>
            </a:endParaRPr>
          </a:p>
          <a:p>
            <a:pPr marL="91440" marR="358140">
              <a:lnSpc>
                <a:spcPts val="2400"/>
              </a:lnSpc>
              <a:spcBef>
                <a:spcPts val="65"/>
              </a:spcBef>
              <a:tabLst>
                <a:tab pos="2048510" algn="l"/>
              </a:tabLst>
            </a:pP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We</a:t>
            </a:r>
            <a:r>
              <a:rPr dirty="0" sz="2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are</a:t>
            </a:r>
            <a:r>
              <a:rPr dirty="0" sz="20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providing</a:t>
            </a:r>
            <a:r>
              <a:rPr dirty="0" sz="2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automated</a:t>
            </a:r>
            <a:r>
              <a:rPr dirty="0" sz="2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7E7E7E"/>
                </a:solidFill>
                <a:latin typeface="Arial"/>
                <a:cs typeface="Arial"/>
              </a:rPr>
              <a:t>rain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detection</a:t>
            </a:r>
            <a:r>
              <a:rPr dirty="0" sz="2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20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protect</a:t>
            </a:r>
            <a:r>
              <a:rPr dirty="0" sz="2000" spc="-5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2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crop</a:t>
            </a:r>
            <a:r>
              <a:rPr dirty="0" sz="2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7E7E7E"/>
                </a:solidFill>
                <a:latin typeface="Arial"/>
                <a:cs typeface="Arial"/>
              </a:rPr>
              <a:t>from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rain</a:t>
            </a:r>
            <a:r>
              <a:rPr dirty="0" sz="2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to</a:t>
            </a:r>
            <a:r>
              <a:rPr dirty="0" sz="2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cover</a:t>
            </a:r>
            <a:r>
              <a:rPr dirty="0" sz="2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	crops</a:t>
            </a:r>
            <a:r>
              <a:rPr dirty="0" sz="2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2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to</a:t>
            </a:r>
            <a:r>
              <a:rPr dirty="0" sz="2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7E7E7E"/>
                </a:solidFill>
                <a:latin typeface="Arial"/>
                <a:cs typeface="Arial"/>
              </a:rPr>
              <a:t>give</a:t>
            </a:r>
            <a:endParaRPr sz="2000">
              <a:latin typeface="Arial"/>
              <a:cs typeface="Arial"/>
            </a:endParaRPr>
          </a:p>
          <a:p>
            <a:pPr marL="91440" marR="521334">
              <a:lnSpc>
                <a:spcPts val="2400"/>
              </a:lnSpc>
            </a:pP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essential</a:t>
            </a:r>
            <a:r>
              <a:rPr dirty="0" sz="2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Artificial</a:t>
            </a:r>
            <a:r>
              <a:rPr dirty="0" sz="2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sun</a:t>
            </a:r>
            <a:r>
              <a:rPr dirty="0" sz="20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light</a:t>
            </a:r>
            <a:r>
              <a:rPr dirty="0" sz="20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for</a:t>
            </a:r>
            <a:r>
              <a:rPr dirty="0" sz="200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crops</a:t>
            </a:r>
            <a:r>
              <a:rPr dirty="0" sz="2000" spc="-4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via</a:t>
            </a:r>
            <a:r>
              <a:rPr dirty="0" sz="20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E7E7E"/>
                </a:solidFill>
                <a:latin typeface="Arial"/>
                <a:cs typeface="Arial"/>
              </a:rPr>
              <a:t>solar</a:t>
            </a:r>
            <a:r>
              <a:rPr dirty="0" sz="20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Arial"/>
                <a:cs typeface="Arial"/>
              </a:rPr>
              <a:t>energy.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90637" y="6228969"/>
            <a:ext cx="5798820" cy="2790825"/>
            <a:chOff x="1290637" y="6228969"/>
            <a:chExt cx="5798820" cy="2790825"/>
          </a:xfrm>
        </p:grpSpPr>
        <p:sp>
          <p:nvSpPr>
            <p:cNvPr id="14" name="object 14" descr=""/>
            <p:cNvSpPr/>
            <p:nvPr/>
          </p:nvSpPr>
          <p:spPr>
            <a:xfrm>
              <a:off x="5232653" y="6238494"/>
              <a:ext cx="1847214" cy="661670"/>
            </a:xfrm>
            <a:custGeom>
              <a:avLst/>
              <a:gdLst/>
              <a:ahLst/>
              <a:cxnLst/>
              <a:rect l="l" t="t" r="r" b="b"/>
              <a:pathLst>
                <a:path w="1847215" h="661670">
                  <a:moveTo>
                    <a:pt x="1837944" y="661542"/>
                  </a:moveTo>
                  <a:lnTo>
                    <a:pt x="1837944" y="0"/>
                  </a:lnTo>
                </a:path>
                <a:path w="1847215" h="661670">
                  <a:moveTo>
                    <a:pt x="1847215" y="641730"/>
                  </a:moveTo>
                  <a:lnTo>
                    <a:pt x="0" y="638555"/>
                  </a:lnTo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95400" y="6522720"/>
              <a:ext cx="3962400" cy="2491740"/>
            </a:xfrm>
            <a:custGeom>
              <a:avLst/>
              <a:gdLst/>
              <a:ahLst/>
              <a:cxnLst/>
              <a:rect l="l" t="t" r="r" b="b"/>
              <a:pathLst>
                <a:path w="3962400" h="2491740">
                  <a:moveTo>
                    <a:pt x="0" y="2491740"/>
                  </a:moveTo>
                  <a:lnTo>
                    <a:pt x="3962400" y="2491740"/>
                  </a:lnTo>
                  <a:lnTo>
                    <a:pt x="3962400" y="0"/>
                  </a:lnTo>
                  <a:lnTo>
                    <a:pt x="0" y="0"/>
                  </a:lnTo>
                  <a:lnTo>
                    <a:pt x="0" y="2491740"/>
                  </a:lnTo>
                  <a:close/>
                </a:path>
              </a:pathLst>
            </a:custGeom>
            <a:ln w="952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81112" y="6764781"/>
            <a:ext cx="3970654" cy="1973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3045" marR="233679" indent="-12827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Wingdings"/>
                <a:cs typeface="Wingdings"/>
              </a:rPr>
              <a:t></a:t>
            </a:r>
            <a:r>
              <a:rPr dirty="0" sz="1600" spc="-25" i="1">
                <a:latin typeface="Arial"/>
                <a:cs typeface="Arial"/>
              </a:rPr>
              <a:t>Which</a:t>
            </a:r>
            <a:r>
              <a:rPr dirty="0" sz="1600" spc="-8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features</a:t>
            </a:r>
            <a:r>
              <a:rPr dirty="0" sz="1600" spc="-1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of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your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offering</a:t>
            </a:r>
            <a:r>
              <a:rPr dirty="0" sz="1600" spc="-10" i="1">
                <a:latin typeface="Arial"/>
                <a:cs typeface="Arial"/>
              </a:rPr>
              <a:t> relieve</a:t>
            </a:r>
            <a:r>
              <a:rPr dirty="0" sz="1600" spc="-1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the</a:t>
            </a:r>
            <a:r>
              <a:rPr dirty="0" sz="1600" spc="-5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customer's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spc="-10" i="1">
                <a:latin typeface="Arial"/>
                <a:cs typeface="Arial"/>
              </a:rPr>
              <a:t>pains</a:t>
            </a:r>
            <a:r>
              <a:rPr dirty="0" sz="1400" spc="-10" i="1"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  <a:p>
            <a:pPr marL="153670">
              <a:lnSpc>
                <a:spcPts val="2860"/>
              </a:lnSpc>
            </a:pP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Waterlogging</a:t>
            </a:r>
            <a:r>
              <a:rPr dirty="0" sz="2400" spc="-6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2400" spc="-9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7E7E7E"/>
                </a:solidFill>
                <a:latin typeface="Arial"/>
                <a:cs typeface="Arial"/>
              </a:rPr>
              <a:t>Soil</a:t>
            </a:r>
            <a:endParaRPr sz="2400">
              <a:latin typeface="Arial"/>
              <a:cs typeface="Arial"/>
            </a:endParaRPr>
          </a:p>
          <a:p>
            <a:pPr marL="104775" marR="130175">
              <a:lnSpc>
                <a:spcPct val="100000"/>
              </a:lnSpc>
            </a:pP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Erosion,</a:t>
            </a:r>
            <a:r>
              <a:rPr dirty="0" sz="2400" spc="-9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Limited</a:t>
            </a:r>
            <a:r>
              <a:rPr dirty="0" sz="2400" spc="-10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Sunlight </a:t>
            </a: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During</a:t>
            </a:r>
            <a:r>
              <a:rPr dirty="0" sz="2400" spc="-7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Rainy</a:t>
            </a:r>
            <a:r>
              <a:rPr dirty="0" sz="2400" spc="-6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Period,</a:t>
            </a:r>
            <a:r>
              <a:rPr dirty="0" sz="2400" spc="-9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Real- </a:t>
            </a: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dirty="0" sz="2400" spc="-9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Monitoring</a:t>
            </a:r>
            <a:r>
              <a:rPr dirty="0" sz="2400" spc="-8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2400" spc="-10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Alerts.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0351389" y="1404937"/>
            <a:ext cx="5774690" cy="2739390"/>
            <a:chOff x="10351389" y="1404937"/>
            <a:chExt cx="5774690" cy="2739390"/>
          </a:xfrm>
        </p:grpSpPr>
        <p:sp>
          <p:nvSpPr>
            <p:cNvPr id="18" name="object 18" descr=""/>
            <p:cNvSpPr/>
            <p:nvPr/>
          </p:nvSpPr>
          <p:spPr>
            <a:xfrm>
              <a:off x="10360914" y="3021330"/>
              <a:ext cx="1470025" cy="1113790"/>
            </a:xfrm>
            <a:custGeom>
              <a:avLst/>
              <a:gdLst/>
              <a:ahLst/>
              <a:cxnLst/>
              <a:rect l="l" t="t" r="r" b="b"/>
              <a:pathLst>
                <a:path w="1470025" h="1113789">
                  <a:moveTo>
                    <a:pt x="9143" y="1113409"/>
                  </a:moveTo>
                  <a:lnTo>
                    <a:pt x="9143" y="0"/>
                  </a:lnTo>
                </a:path>
                <a:path w="1470025" h="1113789">
                  <a:moveTo>
                    <a:pt x="1469643" y="18288"/>
                  </a:moveTo>
                  <a:lnTo>
                    <a:pt x="0" y="2032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867388" y="1409700"/>
              <a:ext cx="4253865" cy="2470785"/>
            </a:xfrm>
            <a:custGeom>
              <a:avLst/>
              <a:gdLst/>
              <a:ahLst/>
              <a:cxnLst/>
              <a:rect l="l" t="t" r="r" b="b"/>
              <a:pathLst>
                <a:path w="4253865" h="2470785">
                  <a:moveTo>
                    <a:pt x="0" y="2470404"/>
                  </a:moveTo>
                  <a:lnTo>
                    <a:pt x="4253484" y="2470404"/>
                  </a:lnTo>
                  <a:lnTo>
                    <a:pt x="4253484" y="0"/>
                  </a:lnTo>
                  <a:lnTo>
                    <a:pt x="0" y="0"/>
                  </a:lnTo>
                  <a:lnTo>
                    <a:pt x="0" y="2470404"/>
                  </a:lnTo>
                  <a:close/>
                </a:path>
              </a:pathLst>
            </a:custGeom>
            <a:ln w="952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1252537" y="4081081"/>
            <a:ext cx="5637530" cy="2655570"/>
            <a:chOff x="1252537" y="4081081"/>
            <a:chExt cx="5637530" cy="2655570"/>
          </a:xfrm>
        </p:grpSpPr>
        <p:sp>
          <p:nvSpPr>
            <p:cNvPr id="21" name="object 21" descr=""/>
            <p:cNvSpPr/>
            <p:nvPr/>
          </p:nvSpPr>
          <p:spPr>
            <a:xfrm>
              <a:off x="5444490" y="4135374"/>
              <a:ext cx="1436370" cy="2031364"/>
            </a:xfrm>
            <a:custGeom>
              <a:avLst/>
              <a:gdLst/>
              <a:ahLst/>
              <a:cxnLst/>
              <a:rect l="l" t="t" r="r" b="b"/>
              <a:pathLst>
                <a:path w="1436370" h="2031364">
                  <a:moveTo>
                    <a:pt x="1435862" y="717803"/>
                  </a:moveTo>
                  <a:lnTo>
                    <a:pt x="1354836" y="717803"/>
                  </a:lnTo>
                </a:path>
                <a:path w="1436370" h="2031364">
                  <a:moveTo>
                    <a:pt x="0" y="203111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57300" y="4085844"/>
              <a:ext cx="3997960" cy="2646045"/>
            </a:xfrm>
            <a:custGeom>
              <a:avLst/>
              <a:gdLst/>
              <a:ahLst/>
              <a:cxnLst/>
              <a:rect l="l" t="t" r="r" b="b"/>
              <a:pathLst>
                <a:path w="3997960" h="2646045">
                  <a:moveTo>
                    <a:pt x="0" y="2645664"/>
                  </a:moveTo>
                  <a:lnTo>
                    <a:pt x="3997452" y="2645664"/>
                  </a:lnTo>
                  <a:lnTo>
                    <a:pt x="3997452" y="0"/>
                  </a:lnTo>
                  <a:lnTo>
                    <a:pt x="0" y="0"/>
                  </a:lnTo>
                  <a:lnTo>
                    <a:pt x="0" y="2645664"/>
                  </a:lnTo>
                  <a:close/>
                </a:path>
              </a:pathLst>
            </a:custGeom>
            <a:ln w="952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1924538" y="1425321"/>
            <a:ext cx="1448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7E7E7E"/>
                </a:solidFill>
                <a:latin typeface="Arial"/>
                <a:cs typeface="Arial"/>
              </a:rPr>
              <a:t>I</a:t>
            </a:r>
            <a:r>
              <a:rPr dirty="0" sz="14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7E7E"/>
                </a:solidFill>
                <a:latin typeface="Arial"/>
                <a:cs typeface="Arial"/>
              </a:rPr>
              <a:t>would</a:t>
            </a:r>
            <a:r>
              <a:rPr dirty="0" sz="14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7E7E7E"/>
                </a:solidFill>
                <a:latin typeface="Arial"/>
                <a:cs typeface="Arial"/>
              </a:rPr>
              <a:t>LOVE</a:t>
            </a:r>
            <a:r>
              <a:rPr dirty="0" sz="1400" spc="-20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7E7E"/>
                </a:solidFill>
                <a:latin typeface="Arial"/>
                <a:cs typeface="Arial"/>
              </a:rPr>
              <a:t>it</a:t>
            </a:r>
            <a:r>
              <a:rPr dirty="0" sz="14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7E7E7E"/>
                </a:solidFill>
                <a:latin typeface="Arial"/>
                <a:cs typeface="Arial"/>
              </a:rPr>
              <a:t>if: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924538" y="1853945"/>
            <a:ext cx="396367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0">
                <a:solidFill>
                  <a:srgbClr val="7E7E7E"/>
                </a:solidFill>
                <a:latin typeface="Wingdings"/>
                <a:cs typeface="Wingdings"/>
              </a:rPr>
              <a:t></a:t>
            </a:r>
            <a:r>
              <a:rPr dirty="0" sz="1600" spc="-60">
                <a:solidFill>
                  <a:srgbClr val="7E7E7E"/>
                </a:solidFill>
                <a:latin typeface="Arial"/>
                <a:cs typeface="Arial"/>
              </a:rPr>
              <a:t>?</a:t>
            </a:r>
            <a:r>
              <a:rPr dirty="0" sz="16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What</a:t>
            </a:r>
            <a:r>
              <a:rPr dirty="0" sz="1600" spc="-5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would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make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the</a:t>
            </a:r>
            <a:r>
              <a:rPr dirty="0" sz="1600" spc="-2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customer</a:t>
            </a:r>
            <a:r>
              <a:rPr dirty="0" sz="1600" spc="-10" i="1">
                <a:latin typeface="Arial"/>
                <a:cs typeface="Arial"/>
              </a:rPr>
              <a:t> happy?</a:t>
            </a:r>
            <a:endParaRPr sz="1600">
              <a:latin typeface="Arial"/>
              <a:cs typeface="Arial"/>
            </a:endParaRPr>
          </a:p>
          <a:p>
            <a:pPr marL="140335" marR="269240" indent="-128270">
              <a:lnSpc>
                <a:spcPct val="100000"/>
              </a:lnSpc>
            </a:pPr>
            <a:r>
              <a:rPr dirty="0" sz="1600" spc="-30">
                <a:latin typeface="Wingdings"/>
                <a:cs typeface="Wingdings"/>
              </a:rPr>
              <a:t></a:t>
            </a:r>
            <a:r>
              <a:rPr dirty="0" sz="1600" spc="-30" i="1">
                <a:latin typeface="Arial"/>
                <a:cs typeface="Arial"/>
              </a:rPr>
              <a:t>By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providing</a:t>
            </a:r>
            <a:r>
              <a:rPr dirty="0" sz="1600" spc="-6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quality</a:t>
            </a:r>
            <a:r>
              <a:rPr dirty="0" sz="1600" spc="-5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product</a:t>
            </a:r>
            <a:r>
              <a:rPr dirty="0" sz="1600" spc="-3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and</a:t>
            </a:r>
            <a:r>
              <a:rPr dirty="0" sz="1600" spc="-50" i="1">
                <a:latin typeface="Arial"/>
                <a:cs typeface="Arial"/>
              </a:rPr>
              <a:t> </a:t>
            </a:r>
            <a:r>
              <a:rPr dirty="0" sz="1600" spc="-10" i="1">
                <a:latin typeface="Arial"/>
                <a:cs typeface="Arial"/>
              </a:rPr>
              <a:t>giving</a:t>
            </a:r>
            <a:r>
              <a:rPr dirty="0" sz="1600" spc="-1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effective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solution</a:t>
            </a:r>
            <a:r>
              <a:rPr dirty="0" sz="1600" spc="-5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for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their</a:t>
            </a:r>
            <a:r>
              <a:rPr dirty="0" sz="1600" spc="-35" i="1">
                <a:latin typeface="Arial"/>
                <a:cs typeface="Arial"/>
              </a:rPr>
              <a:t> </a:t>
            </a:r>
            <a:r>
              <a:rPr dirty="0" sz="1600" spc="-10" i="1">
                <a:latin typeface="Arial"/>
                <a:cs typeface="Arial"/>
              </a:rPr>
              <a:t>problems.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1924538" y="2829305"/>
            <a:ext cx="408559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95"/>
              </a:spcBef>
            </a:pPr>
            <a:r>
              <a:rPr dirty="0" sz="1600" spc="-65">
                <a:latin typeface="Wingdings"/>
                <a:cs typeface="Wingdings"/>
              </a:rPr>
              <a:t></a:t>
            </a:r>
            <a:r>
              <a:rPr dirty="0" sz="1600" spc="-65" i="1">
                <a:latin typeface="Arial"/>
                <a:cs typeface="Arial"/>
              </a:rPr>
              <a:t>?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What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do</a:t>
            </a:r>
            <a:r>
              <a:rPr dirty="0" sz="1600" spc="-1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the</a:t>
            </a:r>
            <a:r>
              <a:rPr dirty="0" sz="1600" spc="-1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clients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want</a:t>
            </a:r>
            <a:r>
              <a:rPr dirty="0" sz="1600" spc="-1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when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facing</a:t>
            </a:r>
            <a:r>
              <a:rPr dirty="0" sz="1600" spc="-30" i="1">
                <a:latin typeface="Arial"/>
                <a:cs typeface="Arial"/>
              </a:rPr>
              <a:t> </a:t>
            </a:r>
            <a:r>
              <a:rPr dirty="0" sz="1600" spc="-25" i="1">
                <a:latin typeface="Arial"/>
                <a:cs typeface="Arial"/>
              </a:rPr>
              <a:t>the</a:t>
            </a:r>
            <a:r>
              <a:rPr dirty="0" sz="1600" spc="-25" i="1">
                <a:latin typeface="Arial"/>
                <a:cs typeface="Arial"/>
              </a:rPr>
              <a:t> </a:t>
            </a:r>
            <a:r>
              <a:rPr dirty="0" sz="1600" spc="-10" i="1">
                <a:latin typeface="Arial"/>
                <a:cs typeface="Arial"/>
              </a:rPr>
              <a:t>problem?</a:t>
            </a:r>
            <a:endParaRPr sz="1600">
              <a:latin typeface="Arial"/>
              <a:cs typeface="Arial"/>
            </a:endParaRPr>
          </a:p>
          <a:p>
            <a:pPr marL="12700" marR="94615">
              <a:lnSpc>
                <a:spcPct val="100000"/>
              </a:lnSpc>
            </a:pPr>
            <a:r>
              <a:rPr dirty="0" sz="1600" i="1">
                <a:latin typeface="Arial"/>
                <a:cs typeface="Arial"/>
              </a:rPr>
              <a:t>They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want</a:t>
            </a:r>
            <a:r>
              <a:rPr dirty="0" sz="1600" spc="-2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clear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explanation</a:t>
            </a:r>
            <a:r>
              <a:rPr dirty="0" sz="1600" spc="-5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and</a:t>
            </a:r>
            <a:r>
              <a:rPr dirty="0" sz="1600" spc="-4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solution</a:t>
            </a:r>
            <a:r>
              <a:rPr dirty="0" sz="1600" spc="-50" i="1">
                <a:latin typeface="Arial"/>
                <a:cs typeface="Arial"/>
              </a:rPr>
              <a:t> </a:t>
            </a:r>
            <a:r>
              <a:rPr dirty="0" sz="1600" spc="-25" i="1">
                <a:latin typeface="Arial"/>
                <a:cs typeface="Arial"/>
              </a:rPr>
              <a:t>for</a:t>
            </a:r>
            <a:r>
              <a:rPr dirty="0" sz="1600" spc="-2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their</a:t>
            </a:r>
            <a:r>
              <a:rPr dirty="0" sz="1600" spc="-45" i="1">
                <a:latin typeface="Arial"/>
                <a:cs typeface="Arial"/>
              </a:rPr>
              <a:t> </a:t>
            </a:r>
            <a:r>
              <a:rPr dirty="0" sz="1600" spc="-10" i="1">
                <a:latin typeface="Arial"/>
                <a:cs typeface="Arial"/>
              </a:rPr>
              <a:t>problems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0351389" y="114300"/>
            <a:ext cx="7784465" cy="6795134"/>
            <a:chOff x="10351389" y="114300"/>
            <a:chExt cx="7784465" cy="6795134"/>
          </a:xfrm>
        </p:grpSpPr>
        <p:sp>
          <p:nvSpPr>
            <p:cNvPr id="27" name="object 27" descr=""/>
            <p:cNvSpPr/>
            <p:nvPr/>
          </p:nvSpPr>
          <p:spPr>
            <a:xfrm>
              <a:off x="11734800" y="4134611"/>
              <a:ext cx="398780" cy="1859280"/>
            </a:xfrm>
            <a:custGeom>
              <a:avLst/>
              <a:gdLst/>
              <a:ahLst/>
              <a:cxnLst/>
              <a:rect l="l" t="t" r="r" b="b"/>
              <a:pathLst>
                <a:path w="398779" h="1859279">
                  <a:moveTo>
                    <a:pt x="0" y="905255"/>
                  </a:moveTo>
                  <a:lnTo>
                    <a:pt x="333628" y="910209"/>
                  </a:lnTo>
                </a:path>
                <a:path w="398779" h="1859279">
                  <a:moveTo>
                    <a:pt x="398779" y="1859279"/>
                  </a:moveTo>
                  <a:lnTo>
                    <a:pt x="381000" y="0"/>
                  </a:lnTo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360914" y="6238494"/>
              <a:ext cx="1178560" cy="661670"/>
            </a:xfrm>
            <a:custGeom>
              <a:avLst/>
              <a:gdLst/>
              <a:ahLst/>
              <a:cxnLst/>
              <a:rect l="l" t="t" r="r" b="b"/>
              <a:pathLst>
                <a:path w="1178559" h="661670">
                  <a:moveTo>
                    <a:pt x="0" y="661542"/>
                  </a:moveTo>
                  <a:lnTo>
                    <a:pt x="0" y="0"/>
                  </a:lnTo>
                </a:path>
                <a:path w="1178559" h="661670">
                  <a:moveTo>
                    <a:pt x="1178178" y="661415"/>
                  </a:moveTo>
                  <a:lnTo>
                    <a:pt x="0" y="661415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6844" y="114300"/>
              <a:ext cx="2238755" cy="1476755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11582400" y="6515100"/>
            <a:ext cx="4544695" cy="2162810"/>
          </a:xfrm>
          <a:prstGeom prst="rect">
            <a:avLst/>
          </a:prstGeom>
          <a:ln w="9525">
            <a:solidFill>
              <a:srgbClr val="76707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229"/>
              </a:spcBef>
            </a:pPr>
            <a:r>
              <a:rPr dirty="0" sz="1400">
                <a:solidFill>
                  <a:srgbClr val="7E7E7E"/>
                </a:solidFill>
                <a:latin typeface="Arial"/>
                <a:cs typeface="Arial"/>
              </a:rPr>
              <a:t>I</a:t>
            </a:r>
            <a:r>
              <a:rPr dirty="0" sz="14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7E7E"/>
                </a:solidFill>
                <a:latin typeface="Arial"/>
                <a:cs typeface="Arial"/>
              </a:rPr>
              <a:t>would</a:t>
            </a:r>
            <a:r>
              <a:rPr dirty="0" sz="14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7E7E7E"/>
                </a:solidFill>
                <a:latin typeface="Arial"/>
                <a:cs typeface="Arial"/>
              </a:rPr>
              <a:t>HATE</a:t>
            </a:r>
            <a:r>
              <a:rPr dirty="0" sz="1400" spc="10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7E7E"/>
                </a:solidFill>
                <a:latin typeface="Arial"/>
                <a:cs typeface="Arial"/>
              </a:rPr>
              <a:t>it</a:t>
            </a:r>
            <a:r>
              <a:rPr dirty="0" sz="1400" spc="-25">
                <a:solidFill>
                  <a:srgbClr val="7E7E7E"/>
                </a:solidFill>
                <a:latin typeface="Arial"/>
                <a:cs typeface="Arial"/>
              </a:rPr>
              <a:t> if: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"/>
              <a:cs typeface="Arial"/>
            </a:endParaRPr>
          </a:p>
          <a:p>
            <a:pPr marL="196850" marR="370205" indent="-128270">
              <a:lnSpc>
                <a:spcPct val="100000"/>
              </a:lnSpc>
            </a:pPr>
            <a:r>
              <a:rPr dirty="0" sz="1800" spc="-20">
                <a:latin typeface="Wingdings"/>
                <a:cs typeface="Wingdings"/>
              </a:rPr>
              <a:t></a:t>
            </a:r>
            <a:r>
              <a:rPr dirty="0" sz="1800" spc="-20" i="1">
                <a:latin typeface="Arial"/>
                <a:cs typeface="Arial"/>
              </a:rPr>
              <a:t>What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are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pains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of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clients</a:t>
            </a:r>
            <a:r>
              <a:rPr dirty="0" sz="1800" spc="-20" i="1">
                <a:latin typeface="Arial"/>
                <a:cs typeface="Arial"/>
              </a:rPr>
              <a:t> when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facing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problem?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69215" marR="222885">
              <a:lnSpc>
                <a:spcPct val="100000"/>
              </a:lnSpc>
            </a:pPr>
            <a:r>
              <a:rPr dirty="0" sz="1800" i="1">
                <a:latin typeface="Arial"/>
                <a:cs typeface="Arial"/>
              </a:rPr>
              <a:t>Clients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facing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problems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like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crop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damage,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finacial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losses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and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losts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environmental concerns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2301728" y="4000500"/>
            <a:ext cx="3776979" cy="2223770"/>
          </a:xfrm>
          <a:prstGeom prst="rect">
            <a:avLst/>
          </a:prstGeom>
          <a:ln w="9525">
            <a:solidFill>
              <a:srgbClr val="76707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29"/>
              </a:spcBef>
            </a:pPr>
            <a:r>
              <a:rPr dirty="0" sz="1400">
                <a:solidFill>
                  <a:srgbClr val="7E7E7E"/>
                </a:solidFill>
                <a:latin typeface="Arial"/>
                <a:cs typeface="Arial"/>
              </a:rPr>
              <a:t>I</a:t>
            </a:r>
            <a:r>
              <a:rPr dirty="0" sz="14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7E7E"/>
                </a:solidFill>
                <a:latin typeface="Arial"/>
                <a:cs typeface="Arial"/>
              </a:rPr>
              <a:t>would</a:t>
            </a:r>
            <a:r>
              <a:rPr dirty="0" sz="14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7E7E7E"/>
                </a:solidFill>
                <a:latin typeface="Arial"/>
                <a:cs typeface="Arial"/>
              </a:rPr>
              <a:t>WANT</a:t>
            </a:r>
            <a:r>
              <a:rPr dirty="0" sz="1400" spc="-20">
                <a:solidFill>
                  <a:srgbClr val="7E7E7E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>
              <a:latin typeface="Arial"/>
              <a:cs typeface="Arial"/>
            </a:endParaRPr>
          </a:p>
          <a:p>
            <a:pPr marL="196850" marR="276225" indent="-128905">
              <a:lnSpc>
                <a:spcPct val="100000"/>
              </a:lnSpc>
            </a:pPr>
            <a:r>
              <a:rPr dirty="0" sz="1800" spc="-20">
                <a:latin typeface="Wingdings"/>
                <a:cs typeface="Wingdings"/>
              </a:rPr>
              <a:t></a:t>
            </a:r>
            <a:r>
              <a:rPr dirty="0" sz="1800" spc="-20" i="1">
                <a:latin typeface="Arial"/>
                <a:cs typeface="Arial"/>
              </a:rPr>
              <a:t>What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do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clients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do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(actions)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when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facing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problem?</a:t>
            </a:r>
            <a:endParaRPr sz="18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dirty="0" sz="1800" spc="-20">
                <a:solidFill>
                  <a:srgbClr val="7E7E7E"/>
                </a:solidFill>
                <a:latin typeface="Wingdings"/>
                <a:cs typeface="Wingdings"/>
              </a:rPr>
              <a:t></a:t>
            </a:r>
            <a:r>
              <a:rPr dirty="0" sz="1800" spc="-20">
                <a:solidFill>
                  <a:srgbClr val="7E7E7E"/>
                </a:solidFill>
                <a:latin typeface="Arial"/>
                <a:cs typeface="Arial"/>
              </a:rPr>
              <a:t>Rushing</a:t>
            </a:r>
            <a:r>
              <a:rPr dirty="0" sz="18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to</a:t>
            </a:r>
            <a:r>
              <a:rPr dirty="0" sz="18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cover</a:t>
            </a:r>
            <a:r>
              <a:rPr dirty="0" sz="18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crops</a:t>
            </a:r>
            <a:r>
              <a:rPr dirty="0" sz="18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manually.</a:t>
            </a:r>
            <a:endParaRPr sz="1800">
              <a:latin typeface="Arial"/>
              <a:cs typeface="Arial"/>
            </a:endParaRPr>
          </a:p>
          <a:p>
            <a:pPr marL="196850" marR="601980">
              <a:lnSpc>
                <a:spcPct val="100000"/>
              </a:lnSpc>
            </a:pP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Pumping</a:t>
            </a:r>
            <a:r>
              <a:rPr dirty="0" sz="18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water</a:t>
            </a:r>
            <a:r>
              <a:rPr dirty="0" sz="1800" spc="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out</a:t>
            </a:r>
            <a:r>
              <a:rPr dirty="0" sz="18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dirty="0" sz="1800" spc="-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flooded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areas,</a:t>
            </a:r>
            <a:r>
              <a:rPr dirty="0" sz="18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Adjusting</a:t>
            </a:r>
            <a:r>
              <a:rPr dirty="0" sz="18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farming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strategies</a:t>
            </a:r>
            <a:r>
              <a:rPr dirty="0" sz="18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next</a:t>
            </a:r>
            <a:r>
              <a:rPr dirty="0" sz="18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season.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349628" y="4114292"/>
            <a:ext cx="3827779" cy="2339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588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dirty="0" sz="1600" spc="-3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600" spc="-4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600" spc="-2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F0000"/>
                </a:solidFill>
                <a:latin typeface="Arial"/>
                <a:cs typeface="Arial"/>
              </a:rPr>
              <a:t>product</a:t>
            </a:r>
            <a:r>
              <a:rPr dirty="0" sz="1600" spc="-2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1600" spc="-3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F0000"/>
                </a:solidFill>
                <a:latin typeface="Arial"/>
                <a:cs typeface="Arial"/>
              </a:rPr>
              <a:t>service</a:t>
            </a:r>
            <a:r>
              <a:rPr dirty="0" sz="1600" spc="-2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dirty="0" sz="1600" spc="-25" b="1" i="1">
                <a:solidFill>
                  <a:srgbClr val="FF0000"/>
                </a:solidFill>
                <a:latin typeface="Arial"/>
                <a:cs typeface="Arial"/>
              </a:rPr>
              <a:t> you</a:t>
            </a:r>
            <a:r>
              <a:rPr dirty="0" sz="1600" spc="-2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dirty="0" sz="1600" spc="-4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F0000"/>
                </a:solidFill>
                <a:latin typeface="Arial"/>
                <a:cs typeface="Arial"/>
              </a:rPr>
              <a:t>offering?</a:t>
            </a:r>
            <a:endParaRPr sz="1600">
              <a:latin typeface="Arial"/>
              <a:cs typeface="Arial"/>
            </a:endParaRPr>
          </a:p>
          <a:p>
            <a:pPr algn="just" marR="5080" indent="139700">
              <a:lnSpc>
                <a:spcPts val="2880"/>
              </a:lnSpc>
              <a:spcBef>
                <a:spcPts val="75"/>
              </a:spcBef>
            </a:pP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IoT</a:t>
            </a:r>
            <a:r>
              <a:rPr dirty="0" sz="2400" spc="40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based</a:t>
            </a:r>
            <a:r>
              <a:rPr dirty="0" sz="2400" spc="41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rain</a:t>
            </a:r>
            <a:r>
              <a:rPr dirty="0" sz="2400" spc="420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7E7E7E"/>
                </a:solidFill>
                <a:latin typeface="Arial"/>
                <a:cs typeface="Arial"/>
              </a:rPr>
              <a:t>detection </a:t>
            </a: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sensor</a:t>
            </a:r>
            <a:r>
              <a:rPr dirty="0" sz="2400" spc="320" b="1">
                <a:solidFill>
                  <a:srgbClr val="7E7E7E"/>
                </a:solidFill>
                <a:latin typeface="Arial"/>
                <a:cs typeface="Arial"/>
              </a:rPr>
              <a:t>   </a:t>
            </a: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with</a:t>
            </a:r>
            <a:r>
              <a:rPr dirty="0" sz="2400" spc="315" b="1">
                <a:solidFill>
                  <a:srgbClr val="7E7E7E"/>
                </a:solidFill>
                <a:latin typeface="Arial"/>
                <a:cs typeface="Arial"/>
              </a:rPr>
              <a:t>   </a:t>
            </a:r>
            <a:r>
              <a:rPr dirty="0" sz="2400" spc="-10" b="1">
                <a:solidFill>
                  <a:srgbClr val="7E7E7E"/>
                </a:solidFill>
                <a:latin typeface="Arial"/>
                <a:cs typeface="Arial"/>
              </a:rPr>
              <a:t>automatic </a:t>
            </a: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protective</a:t>
            </a:r>
            <a:r>
              <a:rPr dirty="0" sz="2400" spc="50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sheet</a:t>
            </a:r>
            <a:r>
              <a:rPr dirty="0" sz="2400" spc="70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dirty="0" sz="2400" spc="6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7E7E7E"/>
                </a:solidFill>
                <a:latin typeface="Arial"/>
                <a:cs typeface="Arial"/>
              </a:rPr>
              <a:t>solar</a:t>
            </a:r>
            <a:endParaRPr sz="2400">
              <a:latin typeface="Arial"/>
              <a:cs typeface="Arial"/>
            </a:endParaRPr>
          </a:p>
          <a:p>
            <a:pPr algn="just" marR="5080">
              <a:lnSpc>
                <a:spcPts val="2880"/>
              </a:lnSpc>
            </a:pP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panel</a:t>
            </a:r>
            <a:r>
              <a:rPr dirty="0" sz="2400" spc="305" b="1">
                <a:solidFill>
                  <a:srgbClr val="7E7E7E"/>
                </a:solidFill>
                <a:latin typeface="Arial"/>
                <a:cs typeface="Arial"/>
              </a:rPr>
              <a:t>   </a:t>
            </a:r>
            <a:r>
              <a:rPr dirty="0" sz="2400" b="1">
                <a:solidFill>
                  <a:srgbClr val="7E7E7E"/>
                </a:solidFill>
                <a:latin typeface="Arial"/>
                <a:cs typeface="Arial"/>
              </a:rPr>
              <a:t>artificial</a:t>
            </a:r>
            <a:r>
              <a:rPr dirty="0" sz="2400" spc="305" b="1">
                <a:solidFill>
                  <a:srgbClr val="7E7E7E"/>
                </a:solidFill>
                <a:latin typeface="Arial"/>
                <a:cs typeface="Arial"/>
              </a:rPr>
              <a:t>   </a:t>
            </a:r>
            <a:r>
              <a:rPr dirty="0" sz="2400" spc="-10" b="1">
                <a:solidFill>
                  <a:srgbClr val="7E7E7E"/>
                </a:solidFill>
                <a:latin typeface="Arial"/>
                <a:cs typeface="Arial"/>
              </a:rPr>
              <a:t>lighting system.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5444490" y="5135117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 h="0">
                <a:moveTo>
                  <a:pt x="203708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8687816" y="4653483"/>
            <a:ext cx="3702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FIT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365875" y="1498472"/>
            <a:ext cx="83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292929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700" y="568197"/>
            <a:ext cx="4568825" cy="894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700" spc="-45">
                <a:solidFill>
                  <a:srgbClr val="095204"/>
                </a:solidFill>
              </a:rPr>
              <a:t>S</a:t>
            </a:r>
            <a:r>
              <a:rPr dirty="0" sz="5700" spc="-530">
                <a:solidFill>
                  <a:srgbClr val="095204"/>
                </a:solidFill>
              </a:rPr>
              <a:t> </a:t>
            </a:r>
            <a:r>
              <a:rPr dirty="0" sz="5700">
                <a:solidFill>
                  <a:srgbClr val="095204"/>
                </a:solidFill>
              </a:rPr>
              <a:t>O</a:t>
            </a:r>
            <a:r>
              <a:rPr dirty="0" sz="5700" spc="-580">
                <a:solidFill>
                  <a:srgbClr val="095204"/>
                </a:solidFill>
              </a:rPr>
              <a:t> </a:t>
            </a:r>
            <a:r>
              <a:rPr dirty="0" sz="5700" spc="620">
                <a:solidFill>
                  <a:srgbClr val="095204"/>
                </a:solidFill>
              </a:rPr>
              <a:t>L</a:t>
            </a:r>
            <a:r>
              <a:rPr dirty="0" sz="5700" spc="-40">
                <a:solidFill>
                  <a:srgbClr val="095204"/>
                </a:solidFill>
              </a:rPr>
              <a:t>U</a:t>
            </a:r>
            <a:r>
              <a:rPr dirty="0" sz="5700" spc="-890">
                <a:solidFill>
                  <a:srgbClr val="095204"/>
                </a:solidFill>
              </a:rPr>
              <a:t> </a:t>
            </a:r>
            <a:r>
              <a:rPr dirty="0" sz="5700">
                <a:solidFill>
                  <a:srgbClr val="095204"/>
                </a:solidFill>
              </a:rPr>
              <a:t>T</a:t>
            </a:r>
            <a:r>
              <a:rPr dirty="0" sz="5700" spc="-790">
                <a:solidFill>
                  <a:srgbClr val="095204"/>
                </a:solidFill>
              </a:rPr>
              <a:t> </a:t>
            </a:r>
            <a:r>
              <a:rPr dirty="0" sz="5700" spc="-180">
                <a:solidFill>
                  <a:srgbClr val="095204"/>
                </a:solidFill>
              </a:rPr>
              <a:t>IO</a:t>
            </a:r>
            <a:r>
              <a:rPr dirty="0" sz="5700" spc="-590">
                <a:solidFill>
                  <a:srgbClr val="095204"/>
                </a:solidFill>
              </a:rPr>
              <a:t> </a:t>
            </a:r>
            <a:r>
              <a:rPr dirty="0" sz="5700" spc="-50">
                <a:solidFill>
                  <a:srgbClr val="095204"/>
                </a:solidFill>
              </a:rPr>
              <a:t>N</a:t>
            </a:r>
            <a:endParaRPr sz="57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03580" y="2175128"/>
            <a:ext cx="5293360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3228340" algn="l"/>
              </a:tabLst>
            </a:pPr>
            <a:r>
              <a:rPr dirty="0" sz="2350" spc="130" b="1">
                <a:solidFill>
                  <a:srgbClr val="095204"/>
                </a:solidFill>
                <a:latin typeface="Tahoma"/>
                <a:cs typeface="Tahoma"/>
              </a:rPr>
              <a:t>D</a:t>
            </a:r>
            <a:r>
              <a:rPr dirty="0" sz="2350" spc="130" b="1">
                <a:latin typeface="Tahoma"/>
                <a:cs typeface="Tahoma"/>
              </a:rPr>
              <a:t>E</a:t>
            </a:r>
            <a:r>
              <a:rPr dirty="0" sz="2350" spc="-32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S</a:t>
            </a:r>
            <a:r>
              <a:rPr dirty="0" sz="2350" spc="-17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C</a:t>
            </a:r>
            <a:r>
              <a:rPr dirty="0" sz="2350" spc="-6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R</a:t>
            </a:r>
            <a:r>
              <a:rPr dirty="0" sz="2350" spc="-400" b="1">
                <a:latin typeface="Tahoma"/>
                <a:cs typeface="Tahoma"/>
              </a:rPr>
              <a:t> </a:t>
            </a:r>
            <a:r>
              <a:rPr dirty="0" sz="2350" spc="-80" b="1">
                <a:latin typeface="Tahoma"/>
                <a:cs typeface="Tahoma"/>
              </a:rPr>
              <a:t>IB</a:t>
            </a:r>
            <a:r>
              <a:rPr dirty="0" sz="2350" spc="-32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E</a:t>
            </a:r>
            <a:r>
              <a:rPr dirty="0" sz="2350" b="1">
                <a:latin typeface="Tahoma"/>
                <a:cs typeface="Tahoma"/>
              </a:rPr>
              <a:t>	Y</a:t>
            </a:r>
            <a:r>
              <a:rPr dirty="0" sz="2350" spc="-250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U</a:t>
            </a:r>
            <a:r>
              <a:rPr dirty="0" sz="2350" spc="-34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R</a:t>
            </a:r>
            <a:r>
              <a:rPr dirty="0" sz="2350" b="1">
                <a:latin typeface="Tahoma"/>
                <a:cs typeface="Tahoma"/>
              </a:rPr>
              <a:t>	S</a:t>
            </a:r>
            <a:r>
              <a:rPr dirty="0" sz="2350" spc="-18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spc="135" b="1">
                <a:latin typeface="Tahoma"/>
                <a:cs typeface="Tahoma"/>
              </a:rPr>
              <a:t>LU</a:t>
            </a:r>
            <a:r>
              <a:rPr dirty="0" sz="2350" spc="-34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90" b="1">
                <a:latin typeface="Tahoma"/>
                <a:cs typeface="Tahoma"/>
              </a:rPr>
              <a:t> </a:t>
            </a:r>
            <a:r>
              <a:rPr dirty="0" sz="2350" spc="-85" b="1">
                <a:latin typeface="Tahoma"/>
                <a:cs typeface="Tahoma"/>
              </a:rPr>
              <a:t>IO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N</a:t>
            </a:r>
            <a:r>
              <a:rPr dirty="0" sz="2350" spc="-36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: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3580" y="2972180"/>
            <a:ext cx="3764279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1205" algn="l"/>
                <a:tab pos="2106295" algn="l"/>
              </a:tabLst>
            </a:pPr>
            <a:r>
              <a:rPr dirty="0" sz="2350" b="1">
                <a:latin typeface="Tahoma"/>
                <a:cs typeface="Tahoma"/>
              </a:rPr>
              <a:t>W</a:t>
            </a:r>
            <a:r>
              <a:rPr dirty="0" sz="2350" spc="-11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E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20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F</a:t>
            </a:r>
            <a:r>
              <a:rPr dirty="0" sz="2350" spc="-27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F</a:t>
            </a:r>
            <a:r>
              <a:rPr dirty="0" sz="2350" spc="-27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R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1800" spc="-20" b="1">
                <a:latin typeface="Tahoma"/>
                <a:cs typeface="Tahoma"/>
              </a:rPr>
              <a:t>A</a:t>
            </a:r>
            <a:r>
              <a:rPr dirty="0" sz="1800" spc="-254" b="1">
                <a:latin typeface="Tahoma"/>
                <a:cs typeface="Tahoma"/>
              </a:rPr>
              <a:t> </a:t>
            </a:r>
            <a:r>
              <a:rPr dirty="0" sz="1800" spc="90" b="1">
                <a:latin typeface="Tahoma"/>
                <a:cs typeface="Tahoma"/>
              </a:rPr>
              <a:t>UT</a:t>
            </a:r>
            <a:r>
              <a:rPr dirty="0" sz="1800" spc="-300" b="1">
                <a:latin typeface="Tahoma"/>
                <a:cs typeface="Tahoma"/>
              </a:rPr>
              <a:t> </a:t>
            </a:r>
            <a:r>
              <a:rPr dirty="0" sz="1800" spc="-20" b="1">
                <a:latin typeface="Tahoma"/>
                <a:cs typeface="Tahoma"/>
              </a:rPr>
              <a:t>O</a:t>
            </a:r>
            <a:r>
              <a:rPr dirty="0" sz="1800" spc="-190" b="1">
                <a:latin typeface="Tahoma"/>
                <a:cs typeface="Tahoma"/>
              </a:rPr>
              <a:t> </a:t>
            </a:r>
            <a:r>
              <a:rPr dirty="0" sz="1800" spc="-25" b="1">
                <a:latin typeface="Tahoma"/>
                <a:cs typeface="Tahoma"/>
              </a:rPr>
              <a:t>M</a:t>
            </a:r>
            <a:r>
              <a:rPr dirty="0" sz="1800" spc="-225" b="1">
                <a:latin typeface="Tahoma"/>
                <a:cs typeface="Tahoma"/>
              </a:rPr>
              <a:t> </a:t>
            </a:r>
            <a:r>
              <a:rPr dirty="0" sz="1800" spc="-20" b="1">
                <a:latin typeface="Tahoma"/>
                <a:cs typeface="Tahoma"/>
              </a:rPr>
              <a:t>A</a:t>
            </a:r>
            <a:r>
              <a:rPr dirty="0" sz="1800" spc="-270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T</a:t>
            </a:r>
            <a:r>
              <a:rPr dirty="0" sz="1800" spc="-285" b="1">
                <a:latin typeface="Tahoma"/>
                <a:cs typeface="Tahoma"/>
              </a:rPr>
              <a:t> </a:t>
            </a:r>
            <a:r>
              <a:rPr dirty="0" sz="1800" spc="-25" b="1">
                <a:latin typeface="Tahoma"/>
                <a:cs typeface="Tahoma"/>
              </a:rPr>
              <a:t>IC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69282" y="3042284"/>
            <a:ext cx="2422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6135" algn="l"/>
                <a:tab pos="1849120" algn="l"/>
              </a:tabLst>
            </a:pPr>
            <a:r>
              <a:rPr dirty="0" sz="1800" b="1">
                <a:latin typeface="Tahoma"/>
                <a:cs typeface="Tahoma"/>
              </a:rPr>
              <a:t>RA</a:t>
            </a:r>
            <a:r>
              <a:rPr dirty="0" sz="1800" spc="-175" b="1">
                <a:latin typeface="Tahoma"/>
                <a:cs typeface="Tahoma"/>
              </a:rPr>
              <a:t> </a:t>
            </a:r>
            <a:r>
              <a:rPr dirty="0" sz="1800" spc="-25" b="1">
                <a:latin typeface="Tahoma"/>
                <a:cs typeface="Tahoma"/>
              </a:rPr>
              <a:t>IN</a:t>
            </a:r>
            <a:r>
              <a:rPr dirty="0" sz="1800" b="1">
                <a:latin typeface="Tahoma"/>
                <a:cs typeface="Tahoma"/>
              </a:rPr>
              <a:t>	</a:t>
            </a:r>
            <a:r>
              <a:rPr dirty="0" sz="1800" spc="-20" b="1">
                <a:latin typeface="Tahoma"/>
                <a:cs typeface="Tahoma"/>
              </a:rPr>
              <a:t>A</a:t>
            </a:r>
            <a:r>
              <a:rPr dirty="0" sz="1800" spc="-245" b="1">
                <a:latin typeface="Tahoma"/>
                <a:cs typeface="Tahoma"/>
              </a:rPr>
              <a:t> </a:t>
            </a:r>
            <a:r>
              <a:rPr dirty="0" sz="1800" spc="80" b="1">
                <a:latin typeface="Tahoma"/>
                <a:cs typeface="Tahoma"/>
              </a:rPr>
              <a:t>LERT</a:t>
            </a:r>
            <a:r>
              <a:rPr dirty="0" sz="1800" b="1">
                <a:latin typeface="Tahoma"/>
                <a:cs typeface="Tahoma"/>
              </a:rPr>
              <a:t>	</a:t>
            </a:r>
            <a:r>
              <a:rPr dirty="0" sz="1800" spc="-20" b="1">
                <a:latin typeface="Tahoma"/>
                <a:cs typeface="Tahoma"/>
              </a:rPr>
              <a:t>A</a:t>
            </a:r>
            <a:r>
              <a:rPr dirty="0" sz="1800" spc="-254" b="1">
                <a:latin typeface="Tahoma"/>
                <a:cs typeface="Tahoma"/>
              </a:rPr>
              <a:t> </a:t>
            </a:r>
            <a:r>
              <a:rPr dirty="0" sz="1800" spc="45" b="1">
                <a:latin typeface="Tahoma"/>
                <a:cs typeface="Tahoma"/>
              </a:rPr>
              <a:t>ND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3580" y="3388232"/>
            <a:ext cx="3933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9285" algn="l"/>
                <a:tab pos="3213100" algn="l"/>
              </a:tabLst>
            </a:pPr>
            <a:r>
              <a:rPr dirty="0" sz="1800" spc="85" b="1">
                <a:latin typeface="Tahoma"/>
                <a:cs typeface="Tahoma"/>
              </a:rPr>
              <a:t>PRO</a:t>
            </a:r>
            <a:r>
              <a:rPr dirty="0" sz="1800" spc="-195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T</a:t>
            </a:r>
            <a:r>
              <a:rPr dirty="0" sz="1800" spc="-275" b="1">
                <a:latin typeface="Tahoma"/>
                <a:cs typeface="Tahoma"/>
              </a:rPr>
              <a:t> </a:t>
            </a:r>
            <a:r>
              <a:rPr dirty="0" sz="1800" spc="85" b="1">
                <a:latin typeface="Tahoma"/>
                <a:cs typeface="Tahoma"/>
              </a:rPr>
              <a:t>EC</a:t>
            </a:r>
            <a:r>
              <a:rPr dirty="0" sz="1800" spc="-65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T</a:t>
            </a:r>
            <a:r>
              <a:rPr dirty="0" sz="1800" spc="-285" b="1">
                <a:latin typeface="Tahoma"/>
                <a:cs typeface="Tahoma"/>
              </a:rPr>
              <a:t> </a:t>
            </a:r>
            <a:r>
              <a:rPr dirty="0" sz="1800" spc="-165" b="1">
                <a:latin typeface="Tahoma"/>
                <a:cs typeface="Tahoma"/>
              </a:rPr>
              <a:t>IO</a:t>
            </a:r>
            <a:r>
              <a:rPr dirty="0" sz="1800" spc="-185" b="1">
                <a:latin typeface="Tahoma"/>
                <a:cs typeface="Tahoma"/>
              </a:rPr>
              <a:t> </a:t>
            </a:r>
            <a:r>
              <a:rPr dirty="0" sz="1800" spc="-50" b="1">
                <a:latin typeface="Tahoma"/>
                <a:cs typeface="Tahoma"/>
              </a:rPr>
              <a:t>N</a:t>
            </a:r>
            <a:r>
              <a:rPr dirty="0" sz="1800" b="1">
                <a:latin typeface="Tahoma"/>
                <a:cs typeface="Tahoma"/>
              </a:rPr>
              <a:t>	S</a:t>
            </a:r>
            <a:r>
              <a:rPr dirty="0" sz="1800" spc="-190" b="1">
                <a:latin typeface="Tahoma"/>
                <a:cs typeface="Tahoma"/>
              </a:rPr>
              <a:t> </a:t>
            </a:r>
            <a:r>
              <a:rPr dirty="0" sz="1800" spc="-20" b="1">
                <a:latin typeface="Tahoma"/>
                <a:cs typeface="Tahoma"/>
              </a:rPr>
              <a:t>Y</a:t>
            </a:r>
            <a:r>
              <a:rPr dirty="0" sz="1800" spc="-250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S</a:t>
            </a:r>
            <a:r>
              <a:rPr dirty="0" sz="1800" spc="-175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T</a:t>
            </a:r>
            <a:r>
              <a:rPr dirty="0" sz="1800" spc="-290" b="1">
                <a:latin typeface="Tahoma"/>
                <a:cs typeface="Tahoma"/>
              </a:rPr>
              <a:t> </a:t>
            </a:r>
            <a:r>
              <a:rPr dirty="0" sz="1800" spc="60" b="1">
                <a:latin typeface="Tahoma"/>
                <a:cs typeface="Tahoma"/>
              </a:rPr>
              <a:t>EM</a:t>
            </a:r>
            <a:r>
              <a:rPr dirty="0" sz="1800" b="1">
                <a:latin typeface="Tahoma"/>
                <a:cs typeface="Tahoma"/>
              </a:rPr>
              <a:t>	W</a:t>
            </a:r>
            <a:r>
              <a:rPr dirty="0" sz="1800" spc="-100" b="1">
                <a:latin typeface="Tahoma"/>
                <a:cs typeface="Tahoma"/>
              </a:rPr>
              <a:t> </a:t>
            </a:r>
            <a:r>
              <a:rPr dirty="0" sz="1800" spc="-160" b="1">
                <a:latin typeface="Tahoma"/>
                <a:cs typeface="Tahoma"/>
              </a:rPr>
              <a:t>IT</a:t>
            </a:r>
            <a:r>
              <a:rPr dirty="0" sz="1800" spc="-285" b="1">
                <a:latin typeface="Tahoma"/>
                <a:cs typeface="Tahoma"/>
              </a:rPr>
              <a:t> </a:t>
            </a:r>
            <a:r>
              <a:rPr dirty="0" sz="1800" spc="-50" b="1">
                <a:latin typeface="Tahoma"/>
                <a:cs typeface="Tahoma"/>
              </a:rPr>
              <a:t>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85105" y="3388232"/>
            <a:ext cx="1481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Tahoma"/>
                <a:cs typeface="Tahoma"/>
              </a:rPr>
              <a:t>A</a:t>
            </a:r>
            <a:r>
              <a:rPr dirty="0" sz="1800" spc="-235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RT</a:t>
            </a:r>
            <a:r>
              <a:rPr dirty="0" sz="1800" spc="-280" b="1">
                <a:latin typeface="Tahoma"/>
                <a:cs typeface="Tahoma"/>
              </a:rPr>
              <a:t> </a:t>
            </a:r>
            <a:r>
              <a:rPr dirty="0" sz="1800" spc="-165" b="1">
                <a:latin typeface="Tahoma"/>
                <a:cs typeface="Tahoma"/>
              </a:rPr>
              <a:t>IF</a:t>
            </a:r>
            <a:r>
              <a:rPr dirty="0" sz="1800" spc="-245" b="1">
                <a:latin typeface="Tahoma"/>
                <a:cs typeface="Tahoma"/>
              </a:rPr>
              <a:t> </a:t>
            </a:r>
            <a:r>
              <a:rPr dirty="0" sz="1800" spc="-165" b="1">
                <a:latin typeface="Tahoma"/>
                <a:cs typeface="Tahoma"/>
              </a:rPr>
              <a:t>IC</a:t>
            </a:r>
            <a:r>
              <a:rPr dirty="0" sz="1800" spc="-35" b="1">
                <a:latin typeface="Tahoma"/>
                <a:cs typeface="Tahoma"/>
              </a:rPr>
              <a:t> </a:t>
            </a:r>
            <a:r>
              <a:rPr dirty="0" sz="1800" spc="-165" b="1">
                <a:latin typeface="Tahoma"/>
                <a:cs typeface="Tahoma"/>
              </a:rPr>
              <a:t>IA</a:t>
            </a:r>
            <a:r>
              <a:rPr dirty="0" sz="1800" spc="-229" b="1">
                <a:latin typeface="Tahoma"/>
                <a:cs typeface="Tahoma"/>
              </a:rPr>
              <a:t> </a:t>
            </a:r>
            <a:r>
              <a:rPr dirty="0" sz="1800" spc="-50" b="1">
                <a:latin typeface="Tahoma"/>
                <a:cs typeface="Tahoma"/>
              </a:rPr>
              <a:t>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2912" y="3708272"/>
            <a:ext cx="7239000" cy="494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  <a:tabLst>
                <a:tab pos="1572895" algn="l"/>
                <a:tab pos="2451100" algn="l"/>
                <a:tab pos="4305935" algn="l"/>
                <a:tab pos="5558790" algn="l"/>
              </a:tabLst>
            </a:pPr>
            <a:r>
              <a:rPr dirty="0" sz="1800" b="1">
                <a:latin typeface="Tahoma"/>
                <a:cs typeface="Tahoma"/>
              </a:rPr>
              <a:t>S</a:t>
            </a:r>
            <a:r>
              <a:rPr dirty="0" sz="1800" spc="-114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UNLIG</a:t>
            </a:r>
            <a:r>
              <a:rPr dirty="0" sz="1800" spc="-80" b="1">
                <a:latin typeface="Tahoma"/>
                <a:cs typeface="Tahoma"/>
              </a:rPr>
              <a:t> </a:t>
            </a:r>
            <a:r>
              <a:rPr dirty="0" sz="1800" spc="55" b="1">
                <a:latin typeface="Tahoma"/>
                <a:cs typeface="Tahoma"/>
              </a:rPr>
              <a:t>HT</a:t>
            </a:r>
            <a:r>
              <a:rPr dirty="0" sz="1800" b="1">
                <a:latin typeface="Tahoma"/>
                <a:cs typeface="Tahoma"/>
              </a:rPr>
              <a:t>	</a:t>
            </a:r>
            <a:r>
              <a:rPr dirty="0" sz="1800" spc="-20" b="1">
                <a:latin typeface="Tahoma"/>
                <a:cs typeface="Tahoma"/>
              </a:rPr>
              <a:t>F</a:t>
            </a:r>
            <a:r>
              <a:rPr dirty="0" sz="1800" spc="-275" b="1">
                <a:latin typeface="Tahoma"/>
                <a:cs typeface="Tahoma"/>
              </a:rPr>
              <a:t> </a:t>
            </a:r>
            <a:r>
              <a:rPr dirty="0" sz="1800" spc="-20" b="1">
                <a:latin typeface="Tahoma"/>
                <a:cs typeface="Tahoma"/>
              </a:rPr>
              <a:t>O</a:t>
            </a:r>
            <a:r>
              <a:rPr dirty="0" sz="1800" spc="-190" b="1">
                <a:latin typeface="Tahoma"/>
                <a:cs typeface="Tahoma"/>
              </a:rPr>
              <a:t> </a:t>
            </a:r>
            <a:r>
              <a:rPr dirty="0" sz="1800" spc="-50" b="1">
                <a:latin typeface="Tahoma"/>
                <a:cs typeface="Tahoma"/>
              </a:rPr>
              <a:t>R</a:t>
            </a:r>
            <a:r>
              <a:rPr dirty="0" sz="1800" b="1">
                <a:latin typeface="Tahoma"/>
                <a:cs typeface="Tahoma"/>
              </a:rPr>
              <a:t>	</a:t>
            </a:r>
            <a:r>
              <a:rPr dirty="0" sz="1800" spc="70" b="1">
                <a:latin typeface="Tahoma"/>
                <a:cs typeface="Tahoma"/>
              </a:rPr>
              <a:t>HA</a:t>
            </a:r>
            <a:r>
              <a:rPr dirty="0" sz="1800" spc="-250" b="1">
                <a:latin typeface="Tahoma"/>
                <a:cs typeface="Tahoma"/>
              </a:rPr>
              <a:t> </a:t>
            </a:r>
            <a:r>
              <a:rPr dirty="0" sz="1800" spc="50" b="1">
                <a:latin typeface="Tahoma"/>
                <a:cs typeface="Tahoma"/>
              </a:rPr>
              <a:t>RV</a:t>
            </a:r>
            <a:r>
              <a:rPr dirty="0" sz="1800" spc="-265" b="1">
                <a:latin typeface="Tahoma"/>
                <a:cs typeface="Tahoma"/>
              </a:rPr>
              <a:t> </a:t>
            </a:r>
            <a:r>
              <a:rPr dirty="0" sz="1800" spc="85" b="1">
                <a:latin typeface="Tahoma"/>
                <a:cs typeface="Tahoma"/>
              </a:rPr>
              <a:t>ES</a:t>
            </a:r>
            <a:r>
              <a:rPr dirty="0" sz="1800" spc="-175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T</a:t>
            </a:r>
            <a:r>
              <a:rPr dirty="0" sz="1800" spc="-285" b="1">
                <a:latin typeface="Tahoma"/>
                <a:cs typeface="Tahoma"/>
              </a:rPr>
              <a:t> </a:t>
            </a:r>
            <a:r>
              <a:rPr dirty="0" sz="1800" spc="65" b="1">
                <a:latin typeface="Tahoma"/>
                <a:cs typeface="Tahoma"/>
              </a:rPr>
              <a:t>ED</a:t>
            </a:r>
            <a:r>
              <a:rPr dirty="0" sz="1800" b="1">
                <a:latin typeface="Tahoma"/>
                <a:cs typeface="Tahoma"/>
              </a:rPr>
              <a:t>	C</a:t>
            </a:r>
            <a:r>
              <a:rPr dirty="0" sz="1800" spc="-35" b="1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RO</a:t>
            </a:r>
            <a:r>
              <a:rPr dirty="0" sz="1800" spc="-150" b="1">
                <a:latin typeface="Tahoma"/>
                <a:cs typeface="Tahoma"/>
              </a:rPr>
              <a:t> </a:t>
            </a:r>
            <a:r>
              <a:rPr dirty="0" sz="1800" spc="60" b="1">
                <a:latin typeface="Tahoma"/>
                <a:cs typeface="Tahoma"/>
              </a:rPr>
              <a:t>PS</a:t>
            </a:r>
            <a:r>
              <a:rPr dirty="0" sz="1800" b="1">
                <a:latin typeface="Tahoma"/>
                <a:cs typeface="Tahoma"/>
              </a:rPr>
              <a:t>	</a:t>
            </a:r>
            <a:r>
              <a:rPr dirty="0" sz="1800" spc="-50" b="1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800">
              <a:latin typeface="Tahoma"/>
              <a:cs typeface="Tahoma"/>
            </a:endParaRPr>
          </a:p>
          <a:p>
            <a:pPr marL="22860" marR="1206500">
              <a:lnSpc>
                <a:spcPct val="117000"/>
              </a:lnSpc>
              <a:tabLst>
                <a:tab pos="887094" algn="l"/>
                <a:tab pos="1862455" algn="l"/>
                <a:tab pos="2593975" algn="l"/>
                <a:tab pos="3239135" algn="l"/>
                <a:tab pos="4176395" algn="l"/>
              </a:tabLst>
            </a:pP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9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H</a:t>
            </a:r>
            <a:r>
              <a:rPr dirty="0" sz="2350" spc="-36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E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130" b="1">
                <a:latin typeface="Tahoma"/>
                <a:cs typeface="Tahoma"/>
              </a:rPr>
              <a:t>DE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8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A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85" b="1">
                <a:latin typeface="Tahoma"/>
                <a:cs typeface="Tahoma"/>
              </a:rPr>
              <a:t>IL</a:t>
            </a:r>
            <a:r>
              <a:rPr dirty="0" sz="2350" spc="-40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S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F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20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U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R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F</a:t>
            </a:r>
            <a:r>
              <a:rPr dirty="0" sz="2350" spc="-27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F</a:t>
            </a:r>
            <a:r>
              <a:rPr dirty="0" sz="2350" spc="-275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R</a:t>
            </a:r>
            <a:r>
              <a:rPr dirty="0" sz="2350" spc="-400" b="1">
                <a:latin typeface="Tahoma"/>
                <a:cs typeface="Tahoma"/>
              </a:rPr>
              <a:t> </a:t>
            </a:r>
            <a:r>
              <a:rPr dirty="0" sz="2350" spc="-85" b="1">
                <a:latin typeface="Tahoma"/>
                <a:cs typeface="Tahoma"/>
              </a:rPr>
              <a:t>IN</a:t>
            </a:r>
            <a:r>
              <a:rPr dirty="0" sz="2350" spc="-36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G </a:t>
            </a:r>
            <a:r>
              <a:rPr dirty="0" sz="2350" b="1">
                <a:latin typeface="Tahoma"/>
                <a:cs typeface="Tahoma"/>
              </a:rPr>
              <a:t>C</a:t>
            </a:r>
            <a:r>
              <a:rPr dirty="0" sz="2350" spc="-8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N</a:t>
            </a:r>
            <a:r>
              <a:rPr dirty="0" sz="2350" spc="-37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S</a:t>
            </a:r>
            <a:r>
              <a:rPr dirty="0" sz="2350" spc="-170" b="1">
                <a:latin typeface="Tahoma"/>
                <a:cs typeface="Tahoma"/>
              </a:rPr>
              <a:t> </a:t>
            </a:r>
            <a:r>
              <a:rPr dirty="0" sz="2350" spc="-85" b="1">
                <a:latin typeface="Tahoma"/>
                <a:cs typeface="Tahoma"/>
              </a:rPr>
              <a:t>IS</a:t>
            </a:r>
            <a:r>
              <a:rPr dirty="0" sz="2350" spc="-185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T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F</a:t>
            </a:r>
            <a:r>
              <a:rPr dirty="0" sz="2350" spc="-29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: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350">
              <a:latin typeface="Tahoma"/>
              <a:cs typeface="Tahoma"/>
            </a:endParaRPr>
          </a:p>
          <a:p>
            <a:pPr marL="202565" indent="-190500">
              <a:lnSpc>
                <a:spcPct val="100000"/>
              </a:lnSpc>
              <a:buSzPct val="93617"/>
              <a:buAutoNum type="arabicPlain"/>
              <a:tabLst>
                <a:tab pos="202565" algn="l"/>
                <a:tab pos="2814955" algn="l"/>
                <a:tab pos="3854450" algn="l"/>
                <a:tab pos="6146800" algn="l"/>
              </a:tabLst>
            </a:pPr>
            <a:r>
              <a:rPr dirty="0" sz="2350" spc="80" b="1">
                <a:latin typeface="Tahoma"/>
                <a:cs typeface="Tahoma"/>
              </a:rPr>
              <a:t>.A</a:t>
            </a:r>
            <a:r>
              <a:rPr dirty="0" sz="2350" spc="-26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U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8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M</a:t>
            </a:r>
            <a:r>
              <a:rPr dirty="0" sz="2350" spc="-24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A</a:t>
            </a:r>
            <a:r>
              <a:rPr dirty="0" sz="2350" spc="-254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8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4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D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114" b="1">
                <a:latin typeface="Tahoma"/>
                <a:cs typeface="Tahoma"/>
              </a:rPr>
              <a:t>RA</a:t>
            </a:r>
            <a:r>
              <a:rPr dirty="0" sz="2350" spc="-254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IN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130" b="1">
                <a:latin typeface="Tahoma"/>
                <a:cs typeface="Tahoma"/>
              </a:rPr>
              <a:t>DE</a:t>
            </a:r>
            <a:r>
              <a:rPr dirty="0" sz="2350" spc="-34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8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4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C</a:t>
            </a:r>
            <a:r>
              <a:rPr dirty="0" sz="2350" spc="-7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90" b="1">
                <a:latin typeface="Tahoma"/>
                <a:cs typeface="Tahoma"/>
              </a:rPr>
              <a:t> </a:t>
            </a:r>
            <a:r>
              <a:rPr dirty="0" sz="2350" spc="-85" b="1">
                <a:latin typeface="Tahoma"/>
                <a:cs typeface="Tahoma"/>
              </a:rPr>
              <a:t>IO</a:t>
            </a:r>
            <a:r>
              <a:rPr dirty="0" sz="2350" spc="-18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N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A</a:t>
            </a:r>
            <a:r>
              <a:rPr dirty="0" sz="2350" spc="-254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N</a:t>
            </a:r>
            <a:r>
              <a:rPr dirty="0" sz="2350" spc="-37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D</a:t>
            </a:r>
            <a:endParaRPr sz="2350">
              <a:latin typeface="Tahoma"/>
              <a:cs typeface="Tahoma"/>
            </a:endParaRPr>
          </a:p>
          <a:p>
            <a:pPr marL="22860">
              <a:lnSpc>
                <a:spcPct val="100000"/>
              </a:lnSpc>
              <a:spcBef>
                <a:spcPts val="480"/>
              </a:spcBef>
              <a:tabLst>
                <a:tab pos="2611120" algn="l"/>
              </a:tabLst>
            </a:pPr>
            <a:r>
              <a:rPr dirty="0" sz="2350" spc="-25" b="1">
                <a:latin typeface="Tahoma"/>
                <a:cs typeface="Tahoma"/>
              </a:rPr>
              <a:t>P</a:t>
            </a:r>
            <a:r>
              <a:rPr dirty="0" sz="2350" spc="-340" b="1">
                <a:latin typeface="Tahoma"/>
                <a:cs typeface="Tahoma"/>
              </a:rPr>
              <a:t> </a:t>
            </a:r>
            <a:r>
              <a:rPr dirty="0" sz="2350" spc="130" b="1">
                <a:latin typeface="Tahoma"/>
                <a:cs typeface="Tahoma"/>
              </a:rPr>
              <a:t>RO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8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C</a:t>
            </a:r>
            <a:r>
              <a:rPr dirty="0" sz="2350" spc="-8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80" b="1">
                <a:latin typeface="Tahoma"/>
                <a:cs typeface="Tahoma"/>
              </a:rPr>
              <a:t> </a:t>
            </a:r>
            <a:r>
              <a:rPr dirty="0" sz="2350" spc="-75" b="1">
                <a:latin typeface="Tahoma"/>
                <a:cs typeface="Tahoma"/>
              </a:rPr>
              <a:t>IO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N</a:t>
            </a:r>
            <a:r>
              <a:rPr dirty="0" sz="2350" b="1">
                <a:latin typeface="Tahoma"/>
                <a:cs typeface="Tahoma"/>
              </a:rPr>
              <a:t>	S</a:t>
            </a:r>
            <a:r>
              <a:rPr dirty="0" sz="2350" spc="-19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Y</a:t>
            </a:r>
            <a:r>
              <a:rPr dirty="0" sz="2350" spc="-254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S</a:t>
            </a:r>
            <a:r>
              <a:rPr dirty="0" sz="2350" spc="-18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95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2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M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350">
              <a:latin typeface="Tahoma"/>
              <a:cs typeface="Tahoma"/>
            </a:endParaRPr>
          </a:p>
          <a:p>
            <a:pPr marL="22860" marR="5080" indent="240665">
              <a:lnSpc>
                <a:spcPct val="117000"/>
              </a:lnSpc>
              <a:buSzPct val="93617"/>
              <a:buAutoNum type="arabicPlain" startAt="2"/>
              <a:tabLst>
                <a:tab pos="263525" algn="l"/>
                <a:tab pos="944880" algn="l"/>
                <a:tab pos="1774189" algn="l"/>
                <a:tab pos="3173095" algn="l"/>
                <a:tab pos="3799840" algn="l"/>
                <a:tab pos="5462905" algn="l"/>
              </a:tabLst>
            </a:pPr>
            <a:r>
              <a:rPr dirty="0" sz="2350" spc="85" b="1">
                <a:latin typeface="Tahoma"/>
                <a:cs typeface="Tahoma"/>
              </a:rPr>
              <a:t>.S</a:t>
            </a:r>
            <a:r>
              <a:rPr dirty="0" sz="2350" spc="-18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95" b="1">
                <a:latin typeface="Tahoma"/>
                <a:cs typeface="Tahoma"/>
              </a:rPr>
              <a:t> </a:t>
            </a:r>
            <a:r>
              <a:rPr dirty="0" sz="2350" spc="125" b="1">
                <a:latin typeface="Tahoma"/>
                <a:cs typeface="Tahoma"/>
              </a:rPr>
              <a:t>LA</a:t>
            </a:r>
            <a:r>
              <a:rPr dirty="0" sz="2350" spc="-254" b="1">
                <a:latin typeface="Tahoma"/>
                <a:cs typeface="Tahoma"/>
              </a:rPr>
              <a:t> </a:t>
            </a:r>
            <a:r>
              <a:rPr dirty="0" sz="2350" spc="-60" b="1">
                <a:latin typeface="Tahoma"/>
                <a:cs typeface="Tahoma"/>
              </a:rPr>
              <a:t>R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P</a:t>
            </a:r>
            <a:r>
              <a:rPr dirty="0" sz="2350" spc="-320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18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W</a:t>
            </a:r>
            <a:r>
              <a:rPr dirty="0" sz="2350" spc="-85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R</a:t>
            </a:r>
            <a:r>
              <a:rPr dirty="0" sz="2350" spc="-39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2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D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40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N</a:t>
            </a:r>
            <a:r>
              <a:rPr dirty="0" sz="2350" spc="-35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20" b="1">
                <a:latin typeface="Tahoma"/>
                <a:cs typeface="Tahoma"/>
              </a:rPr>
              <a:t> </a:t>
            </a:r>
            <a:r>
              <a:rPr dirty="0" sz="2350" spc="130" b="1">
                <a:latin typeface="Tahoma"/>
                <a:cs typeface="Tahoma"/>
              </a:rPr>
              <a:t>RG</a:t>
            </a:r>
            <a:r>
              <a:rPr dirty="0" sz="2350" spc="-14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Y</a:t>
            </a:r>
            <a:r>
              <a:rPr dirty="0" sz="2350" b="1">
                <a:latin typeface="Tahoma"/>
                <a:cs typeface="Tahoma"/>
              </a:rPr>
              <a:t>	S</a:t>
            </a:r>
            <a:r>
              <a:rPr dirty="0" sz="2350" spc="-190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T</a:t>
            </a:r>
            <a:r>
              <a:rPr dirty="0" sz="2350" spc="-290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O</a:t>
            </a:r>
            <a:r>
              <a:rPr dirty="0" sz="2350" spc="-200" b="1">
                <a:latin typeface="Tahoma"/>
                <a:cs typeface="Tahoma"/>
              </a:rPr>
              <a:t> </a:t>
            </a:r>
            <a:r>
              <a:rPr dirty="0" sz="2350" spc="114" b="1">
                <a:latin typeface="Tahoma"/>
                <a:cs typeface="Tahoma"/>
              </a:rPr>
              <a:t>RA</a:t>
            </a:r>
            <a:r>
              <a:rPr dirty="0" sz="2350" spc="-254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G</a:t>
            </a:r>
            <a:r>
              <a:rPr dirty="0" sz="2350" spc="-165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E </a:t>
            </a:r>
            <a:r>
              <a:rPr dirty="0" sz="2350" spc="-25" b="1">
                <a:latin typeface="Tahoma"/>
                <a:cs typeface="Tahoma"/>
              </a:rPr>
              <a:t>A</a:t>
            </a:r>
            <a:r>
              <a:rPr dirty="0" sz="2350" spc="-254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N</a:t>
            </a:r>
            <a:r>
              <a:rPr dirty="0" sz="2350" spc="-37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D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A</a:t>
            </a:r>
            <a:r>
              <a:rPr dirty="0" sz="2350" spc="-260" b="1">
                <a:latin typeface="Tahoma"/>
                <a:cs typeface="Tahoma"/>
              </a:rPr>
              <a:t> </a:t>
            </a:r>
            <a:r>
              <a:rPr dirty="0" sz="2350" spc="125" b="1">
                <a:latin typeface="Tahoma"/>
                <a:cs typeface="Tahoma"/>
              </a:rPr>
              <a:t>RT</a:t>
            </a:r>
            <a:r>
              <a:rPr dirty="0" sz="2350" spc="-295" b="1">
                <a:latin typeface="Tahoma"/>
                <a:cs typeface="Tahoma"/>
              </a:rPr>
              <a:t> </a:t>
            </a:r>
            <a:r>
              <a:rPr dirty="0" sz="2350" spc="-85" b="1">
                <a:latin typeface="Tahoma"/>
                <a:cs typeface="Tahoma"/>
              </a:rPr>
              <a:t>IF</a:t>
            </a:r>
            <a:r>
              <a:rPr dirty="0" sz="2350" spc="-280" b="1">
                <a:latin typeface="Tahoma"/>
                <a:cs typeface="Tahoma"/>
              </a:rPr>
              <a:t> </a:t>
            </a:r>
            <a:r>
              <a:rPr dirty="0" sz="2350" spc="-60" b="1">
                <a:latin typeface="Tahoma"/>
                <a:cs typeface="Tahoma"/>
              </a:rPr>
              <a:t>IC</a:t>
            </a:r>
            <a:r>
              <a:rPr dirty="0" sz="2350" spc="-70" b="1">
                <a:latin typeface="Tahoma"/>
                <a:cs typeface="Tahoma"/>
              </a:rPr>
              <a:t> </a:t>
            </a:r>
            <a:r>
              <a:rPr dirty="0" sz="2350" spc="-95" b="1">
                <a:latin typeface="Tahoma"/>
                <a:cs typeface="Tahoma"/>
              </a:rPr>
              <a:t>IA</a:t>
            </a:r>
            <a:r>
              <a:rPr dirty="0" sz="2350" spc="-26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L</a:t>
            </a:r>
            <a:r>
              <a:rPr dirty="0" sz="2350" b="1">
                <a:latin typeface="Tahoma"/>
                <a:cs typeface="Tahoma"/>
              </a:rPr>
              <a:t>	S</a:t>
            </a:r>
            <a:r>
              <a:rPr dirty="0" sz="2350" spc="-185" b="1">
                <a:latin typeface="Tahoma"/>
                <a:cs typeface="Tahoma"/>
              </a:rPr>
              <a:t> </a:t>
            </a:r>
            <a:r>
              <a:rPr dirty="0" sz="2350" b="1">
                <a:latin typeface="Tahoma"/>
                <a:cs typeface="Tahoma"/>
              </a:rPr>
              <a:t>U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N</a:t>
            </a:r>
            <a:r>
              <a:rPr dirty="0" sz="2350" spc="-365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L</a:t>
            </a:r>
            <a:r>
              <a:rPr dirty="0" sz="2350" spc="-390" b="1">
                <a:latin typeface="Tahoma"/>
                <a:cs typeface="Tahoma"/>
              </a:rPr>
              <a:t> </a:t>
            </a:r>
            <a:r>
              <a:rPr dirty="0" sz="2350" spc="-75" b="1">
                <a:latin typeface="Tahoma"/>
                <a:cs typeface="Tahoma"/>
              </a:rPr>
              <a:t>IG</a:t>
            </a:r>
            <a:r>
              <a:rPr dirty="0" sz="2350" spc="-160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H</a:t>
            </a:r>
            <a:r>
              <a:rPr dirty="0" sz="2350" spc="-36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T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Font typeface="Tahoma"/>
              <a:buAutoNum type="arabicPlain" startAt="2"/>
            </a:pPr>
            <a:endParaRPr sz="2350">
              <a:latin typeface="Tahoma"/>
              <a:cs typeface="Tahoma"/>
            </a:endParaRPr>
          </a:p>
          <a:p>
            <a:pPr marL="266700" indent="-243840">
              <a:lnSpc>
                <a:spcPct val="100000"/>
              </a:lnSpc>
              <a:buSzPct val="93617"/>
              <a:buAutoNum type="arabicPlain" startAt="2"/>
              <a:tabLst>
                <a:tab pos="266700" algn="l"/>
                <a:tab pos="1463040" algn="l"/>
                <a:tab pos="2510155" algn="l"/>
                <a:tab pos="3822700" algn="l"/>
                <a:tab pos="4474845" algn="l"/>
                <a:tab pos="5337175" algn="l"/>
              </a:tabLst>
            </a:pPr>
            <a:r>
              <a:rPr dirty="0" sz="2350" spc="140" b="1">
                <a:latin typeface="Tahoma"/>
                <a:cs typeface="Tahoma"/>
              </a:rPr>
              <a:t>.RE</a:t>
            </a:r>
            <a:r>
              <a:rPr dirty="0" sz="2350" spc="-320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A</a:t>
            </a:r>
            <a:r>
              <a:rPr dirty="0" sz="2350" spc="-26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L</a:t>
            </a:r>
            <a:r>
              <a:rPr dirty="0" sz="2350" b="1">
                <a:latin typeface="Tahoma"/>
                <a:cs typeface="Tahoma"/>
              </a:rPr>
              <a:t>	T</a:t>
            </a:r>
            <a:r>
              <a:rPr dirty="0" sz="2350" spc="-290" b="1">
                <a:latin typeface="Tahoma"/>
                <a:cs typeface="Tahoma"/>
              </a:rPr>
              <a:t> </a:t>
            </a:r>
            <a:r>
              <a:rPr dirty="0" sz="2350" spc="-80" b="1">
                <a:latin typeface="Tahoma"/>
                <a:cs typeface="Tahoma"/>
              </a:rPr>
              <a:t>IM</a:t>
            </a:r>
            <a:r>
              <a:rPr dirty="0" sz="2350" spc="-225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E</a:t>
            </a:r>
            <a:r>
              <a:rPr dirty="0" sz="2350" b="1">
                <a:latin typeface="Tahoma"/>
                <a:cs typeface="Tahoma"/>
              </a:rPr>
              <a:t>	</a:t>
            </a:r>
            <a:r>
              <a:rPr dirty="0" sz="2350" spc="-25" b="1">
                <a:latin typeface="Tahoma"/>
                <a:cs typeface="Tahoma"/>
              </a:rPr>
              <a:t>A</a:t>
            </a:r>
            <a:r>
              <a:rPr dirty="0" sz="2350" spc="-26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L</a:t>
            </a:r>
            <a:r>
              <a:rPr dirty="0" sz="2350" spc="-390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30" b="1">
                <a:latin typeface="Tahoma"/>
                <a:cs typeface="Tahoma"/>
              </a:rPr>
              <a:t> </a:t>
            </a:r>
            <a:r>
              <a:rPr dirty="0" sz="2350" spc="105" b="1">
                <a:latin typeface="Tahoma"/>
                <a:cs typeface="Tahoma"/>
              </a:rPr>
              <a:t>RT</a:t>
            </a:r>
            <a:r>
              <a:rPr dirty="0" sz="2350" b="1">
                <a:latin typeface="Tahoma"/>
                <a:cs typeface="Tahoma"/>
              </a:rPr>
              <a:t>	T</a:t>
            </a:r>
            <a:r>
              <a:rPr dirty="0" sz="2350" spc="-295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O</a:t>
            </a:r>
            <a:r>
              <a:rPr dirty="0" sz="2350" b="1">
                <a:latin typeface="Tahoma"/>
                <a:cs typeface="Tahoma"/>
              </a:rPr>
              <a:t>	T</a:t>
            </a:r>
            <a:r>
              <a:rPr dirty="0" sz="2350" spc="-295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H</a:t>
            </a:r>
            <a:r>
              <a:rPr dirty="0" sz="2350" spc="-360" b="1">
                <a:latin typeface="Tahoma"/>
                <a:cs typeface="Tahoma"/>
              </a:rPr>
              <a:t> </a:t>
            </a:r>
            <a:r>
              <a:rPr dirty="0" sz="2350" spc="-50" b="1">
                <a:latin typeface="Tahoma"/>
                <a:cs typeface="Tahoma"/>
              </a:rPr>
              <a:t>E</a:t>
            </a:r>
            <a:r>
              <a:rPr dirty="0" sz="2350" b="1">
                <a:latin typeface="Tahoma"/>
                <a:cs typeface="Tahoma"/>
              </a:rPr>
              <a:t>	F</a:t>
            </a:r>
            <a:r>
              <a:rPr dirty="0" sz="2350" spc="-280" b="1">
                <a:latin typeface="Tahoma"/>
                <a:cs typeface="Tahoma"/>
              </a:rPr>
              <a:t> </a:t>
            </a:r>
            <a:r>
              <a:rPr dirty="0" sz="2350" spc="-25" b="1">
                <a:latin typeface="Tahoma"/>
                <a:cs typeface="Tahoma"/>
              </a:rPr>
              <a:t>A</a:t>
            </a:r>
            <a:r>
              <a:rPr dirty="0" sz="2350" spc="-260" b="1">
                <a:latin typeface="Tahoma"/>
                <a:cs typeface="Tahoma"/>
              </a:rPr>
              <a:t> </a:t>
            </a:r>
            <a:r>
              <a:rPr dirty="0" sz="2350" spc="130" b="1">
                <a:latin typeface="Tahoma"/>
                <a:cs typeface="Tahoma"/>
              </a:rPr>
              <a:t>RM</a:t>
            </a:r>
            <a:r>
              <a:rPr dirty="0" sz="2350" spc="-235" b="1">
                <a:latin typeface="Tahoma"/>
                <a:cs typeface="Tahoma"/>
              </a:rPr>
              <a:t> </a:t>
            </a:r>
            <a:r>
              <a:rPr dirty="0" sz="2350" spc="-20" b="1">
                <a:latin typeface="Tahoma"/>
                <a:cs typeface="Tahoma"/>
              </a:rPr>
              <a:t>E</a:t>
            </a:r>
            <a:r>
              <a:rPr dirty="0" sz="2350" spc="-335" b="1">
                <a:latin typeface="Tahoma"/>
                <a:cs typeface="Tahoma"/>
              </a:rPr>
              <a:t> </a:t>
            </a:r>
            <a:r>
              <a:rPr dirty="0" sz="2350" spc="100" b="1">
                <a:latin typeface="Tahoma"/>
                <a:cs typeface="Tahoma"/>
              </a:rPr>
              <a:t>RS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860" marR="1335405">
              <a:lnSpc>
                <a:spcPct val="116199"/>
              </a:lnSpc>
              <a:spcBef>
                <a:spcPts val="100"/>
              </a:spcBef>
              <a:tabLst>
                <a:tab pos="1193165" algn="l"/>
                <a:tab pos="2255520" algn="l"/>
                <a:tab pos="4667250" algn="l"/>
                <a:tab pos="5459730" algn="l"/>
              </a:tabLst>
            </a:pPr>
            <a:r>
              <a:rPr dirty="0" spc="-25"/>
              <a:t>L</a:t>
            </a:r>
            <a:r>
              <a:rPr dirty="0" spc="-509"/>
              <a:t> </a:t>
            </a:r>
            <a:r>
              <a:rPr dirty="0" spc="-85"/>
              <a:t>IS</a:t>
            </a:r>
            <a:r>
              <a:rPr dirty="0" spc="-225"/>
              <a:t> </a:t>
            </a:r>
            <a:r>
              <a:rPr dirty="0" spc="-50"/>
              <a:t>T</a:t>
            </a:r>
            <a:r>
              <a:rPr dirty="0"/>
              <a:t>	T</a:t>
            </a:r>
            <a:r>
              <a:rPr dirty="0" spc="-360"/>
              <a:t> </a:t>
            </a:r>
            <a:r>
              <a:rPr dirty="0"/>
              <a:t>H</a:t>
            </a:r>
            <a:r>
              <a:rPr dirty="0" spc="-465"/>
              <a:t> </a:t>
            </a:r>
            <a:r>
              <a:rPr dirty="0" spc="-50"/>
              <a:t>E</a:t>
            </a:r>
            <a:r>
              <a:rPr dirty="0"/>
              <a:t>	B</a:t>
            </a:r>
            <a:r>
              <a:rPr dirty="0" spc="-370"/>
              <a:t> </a:t>
            </a:r>
            <a:r>
              <a:rPr dirty="0" spc="-25"/>
              <a:t>E</a:t>
            </a:r>
            <a:r>
              <a:rPr dirty="0" spc="-415"/>
              <a:t> </a:t>
            </a:r>
            <a:r>
              <a:rPr dirty="0"/>
              <a:t>N</a:t>
            </a:r>
            <a:r>
              <a:rPr dirty="0" spc="-445"/>
              <a:t> </a:t>
            </a:r>
            <a:r>
              <a:rPr dirty="0" spc="-25"/>
              <a:t>E</a:t>
            </a:r>
            <a:r>
              <a:rPr dirty="0" spc="-420"/>
              <a:t> </a:t>
            </a:r>
            <a:r>
              <a:rPr dirty="0"/>
              <a:t>F</a:t>
            </a:r>
            <a:r>
              <a:rPr dirty="0" spc="-325"/>
              <a:t> </a:t>
            </a:r>
            <a:r>
              <a:rPr dirty="0" spc="-85"/>
              <a:t>IT</a:t>
            </a:r>
            <a:r>
              <a:rPr dirty="0" spc="-350"/>
              <a:t> </a:t>
            </a:r>
            <a:r>
              <a:rPr dirty="0" spc="-50"/>
              <a:t>S</a:t>
            </a:r>
            <a:r>
              <a:rPr dirty="0"/>
              <a:t>	</a:t>
            </a:r>
            <a:r>
              <a:rPr dirty="0" spc="-30"/>
              <a:t>O</a:t>
            </a:r>
            <a:r>
              <a:rPr dirty="0" spc="-275"/>
              <a:t> </a:t>
            </a:r>
            <a:r>
              <a:rPr dirty="0" spc="-50"/>
              <a:t>F</a:t>
            </a:r>
            <a:r>
              <a:rPr dirty="0"/>
              <a:t>	</a:t>
            </a:r>
            <a:r>
              <a:rPr dirty="0" spc="-25"/>
              <a:t>Y</a:t>
            </a:r>
            <a:r>
              <a:rPr dirty="0" spc="-325"/>
              <a:t> </a:t>
            </a:r>
            <a:r>
              <a:rPr dirty="0" spc="-30"/>
              <a:t>O</a:t>
            </a:r>
            <a:r>
              <a:rPr dirty="0" spc="-265"/>
              <a:t> </a:t>
            </a:r>
            <a:r>
              <a:rPr dirty="0"/>
              <a:t>U</a:t>
            </a:r>
            <a:r>
              <a:rPr dirty="0" spc="-420"/>
              <a:t> </a:t>
            </a:r>
            <a:r>
              <a:rPr dirty="0" spc="-50"/>
              <a:t>R </a:t>
            </a:r>
            <a:r>
              <a:rPr dirty="0"/>
              <a:t>S</a:t>
            </a:r>
            <a:r>
              <a:rPr dirty="0" spc="-225"/>
              <a:t> </a:t>
            </a:r>
            <a:r>
              <a:rPr dirty="0" spc="-30"/>
              <a:t>O</a:t>
            </a:r>
            <a:r>
              <a:rPr dirty="0" spc="-265"/>
              <a:t> </a:t>
            </a:r>
            <a:r>
              <a:rPr dirty="0" spc="165"/>
              <a:t>LU</a:t>
            </a:r>
            <a:r>
              <a:rPr dirty="0" spc="-440"/>
              <a:t> </a:t>
            </a:r>
            <a:r>
              <a:rPr dirty="0"/>
              <a:t>T</a:t>
            </a:r>
            <a:r>
              <a:rPr dirty="0" spc="-355"/>
              <a:t> </a:t>
            </a:r>
            <a:r>
              <a:rPr dirty="0" spc="-105"/>
              <a:t>IO</a:t>
            </a:r>
            <a:r>
              <a:rPr dirty="0" spc="-245"/>
              <a:t> </a:t>
            </a:r>
            <a:r>
              <a:rPr dirty="0"/>
              <a:t>N</a:t>
            </a:r>
            <a:r>
              <a:rPr dirty="0" spc="-459"/>
              <a:t> </a:t>
            </a:r>
            <a:r>
              <a:rPr dirty="0" spc="-50"/>
              <a:t>S</a:t>
            </a:r>
          </a:p>
          <a:p>
            <a:pPr>
              <a:lnSpc>
                <a:spcPct val="100000"/>
              </a:lnSpc>
              <a:spcBef>
                <a:spcPts val="580"/>
              </a:spcBef>
            </a:pPr>
          </a:p>
          <a:p>
            <a:pPr marL="22860" marR="2174240" indent="-10795">
              <a:lnSpc>
                <a:spcPct val="116100"/>
              </a:lnSpc>
              <a:buSzPct val="92857"/>
              <a:buAutoNum type="arabicPlain"/>
              <a:tabLst>
                <a:tab pos="22860" algn="l"/>
                <a:tab pos="243204" algn="l"/>
                <a:tab pos="3199130" algn="l"/>
                <a:tab pos="4993005" algn="l"/>
              </a:tabLst>
            </a:pPr>
            <a:r>
              <a:rPr dirty="0" sz="2800" spc="-20"/>
              <a:t>.IN</a:t>
            </a:r>
            <a:r>
              <a:rPr dirty="0" sz="2800" spc="-434"/>
              <a:t> </a:t>
            </a:r>
            <a:r>
              <a:rPr dirty="0" sz="2800"/>
              <a:t>C</a:t>
            </a:r>
            <a:r>
              <a:rPr dirty="0" sz="2800" spc="-85"/>
              <a:t> </a:t>
            </a:r>
            <a:r>
              <a:rPr dirty="0" sz="2800" spc="140"/>
              <a:t>RE</a:t>
            </a:r>
            <a:r>
              <a:rPr dirty="0" sz="2800" spc="-420"/>
              <a:t> </a:t>
            </a:r>
            <a:r>
              <a:rPr dirty="0" sz="2800"/>
              <a:t>A</a:t>
            </a:r>
            <a:r>
              <a:rPr dirty="0" sz="2800" spc="-330"/>
              <a:t> </a:t>
            </a:r>
            <a:r>
              <a:rPr dirty="0" sz="2800" spc="-25"/>
              <a:t>S</a:t>
            </a:r>
            <a:r>
              <a:rPr dirty="0" sz="2800" spc="-200"/>
              <a:t> </a:t>
            </a:r>
            <a:r>
              <a:rPr dirty="0" sz="2800" spc="-25"/>
              <a:t>E</a:t>
            </a:r>
            <a:r>
              <a:rPr dirty="0" sz="2800" spc="-415"/>
              <a:t> </a:t>
            </a:r>
            <a:r>
              <a:rPr dirty="0" sz="2800" spc="-50"/>
              <a:t>D</a:t>
            </a:r>
            <a:r>
              <a:rPr dirty="0" sz="2800"/>
              <a:t>	</a:t>
            </a:r>
            <a:r>
              <a:rPr dirty="0" sz="2800" spc="-745"/>
              <a:t> </a:t>
            </a:r>
            <a:r>
              <a:rPr dirty="0" sz="2800"/>
              <a:t>C</a:t>
            </a:r>
            <a:r>
              <a:rPr dirty="0" sz="2800" spc="-105"/>
              <a:t> </a:t>
            </a:r>
            <a:r>
              <a:rPr dirty="0" sz="2800" spc="145"/>
              <a:t>RO</a:t>
            </a:r>
            <a:r>
              <a:rPr dirty="0" sz="2800" spc="-265"/>
              <a:t> </a:t>
            </a:r>
            <a:r>
              <a:rPr dirty="0" sz="2800"/>
              <a:t>P</a:t>
            </a:r>
            <a:r>
              <a:rPr dirty="0" sz="2800" spc="-415"/>
              <a:t> </a:t>
            </a:r>
            <a:r>
              <a:rPr dirty="0" sz="2800"/>
              <a:t>S	A</a:t>
            </a:r>
            <a:r>
              <a:rPr dirty="0" sz="2800" spc="-350"/>
              <a:t> </a:t>
            </a:r>
            <a:r>
              <a:rPr dirty="0" sz="2800" spc="-30"/>
              <a:t>N</a:t>
            </a:r>
            <a:r>
              <a:rPr dirty="0" sz="2800" spc="-440"/>
              <a:t> </a:t>
            </a:r>
            <a:r>
              <a:rPr dirty="0" sz="2800" spc="-50"/>
              <a:t>D </a:t>
            </a:r>
            <a:r>
              <a:rPr dirty="0" sz="2800"/>
              <a:t>V</a:t>
            </a:r>
            <a:r>
              <a:rPr dirty="0" sz="2800" spc="-325"/>
              <a:t> </a:t>
            </a:r>
            <a:r>
              <a:rPr dirty="0" sz="2800" spc="-25"/>
              <a:t>E</a:t>
            </a:r>
            <a:r>
              <a:rPr dirty="0" sz="2800" spc="-409"/>
              <a:t> </a:t>
            </a:r>
            <a:r>
              <a:rPr dirty="0" sz="2800"/>
              <a:t>G</a:t>
            </a:r>
            <a:r>
              <a:rPr dirty="0" sz="2800" spc="-170"/>
              <a:t> </a:t>
            </a:r>
            <a:r>
              <a:rPr dirty="0" sz="2800" spc="-25"/>
              <a:t>E</a:t>
            </a:r>
            <a:r>
              <a:rPr dirty="0" sz="2800" spc="-420"/>
              <a:t> </a:t>
            </a:r>
            <a:r>
              <a:rPr dirty="0" sz="2800"/>
              <a:t>T</a:t>
            </a:r>
            <a:r>
              <a:rPr dirty="0" sz="2800" spc="-340"/>
              <a:t> </a:t>
            </a:r>
            <a:r>
              <a:rPr dirty="0" sz="2800"/>
              <a:t>A</a:t>
            </a:r>
            <a:r>
              <a:rPr dirty="0" sz="2800" spc="-340"/>
              <a:t> </a:t>
            </a:r>
            <a:r>
              <a:rPr dirty="0" sz="2800" spc="-25"/>
              <a:t>B</a:t>
            </a:r>
            <a:r>
              <a:rPr dirty="0" sz="2800" spc="-355"/>
              <a:t> </a:t>
            </a:r>
            <a:r>
              <a:rPr dirty="0" sz="2800" spc="155"/>
              <a:t>LE</a:t>
            </a:r>
            <a:r>
              <a:rPr dirty="0" sz="2800" spc="-409"/>
              <a:t> </a:t>
            </a:r>
            <a:r>
              <a:rPr dirty="0" sz="2800" spc="-50"/>
              <a:t>S</a:t>
            </a:r>
            <a:r>
              <a:rPr dirty="0" sz="2800"/>
              <a:t>	Y</a:t>
            </a:r>
            <a:r>
              <a:rPr dirty="0" sz="2800" spc="-320"/>
              <a:t> </a:t>
            </a:r>
            <a:r>
              <a:rPr dirty="0" sz="2800" spc="-110"/>
              <a:t>IE</a:t>
            </a:r>
            <a:r>
              <a:rPr dirty="0" sz="2800" spc="-415"/>
              <a:t> </a:t>
            </a:r>
            <a:r>
              <a:rPr dirty="0" sz="2800" spc="180"/>
              <a:t>LDS</a:t>
            </a:r>
            <a:endParaRPr sz="2800"/>
          </a:p>
          <a:p>
            <a:pPr>
              <a:lnSpc>
                <a:spcPct val="100000"/>
              </a:lnSpc>
              <a:spcBef>
                <a:spcPts val="580"/>
              </a:spcBef>
              <a:buAutoNum type="arabicPlain"/>
            </a:pPr>
            <a:endParaRPr sz="2800"/>
          </a:p>
          <a:p>
            <a:pPr marL="22860" marR="5080" indent="294640">
              <a:lnSpc>
                <a:spcPct val="116199"/>
              </a:lnSpc>
              <a:buSzPct val="93103"/>
              <a:buAutoNum type="arabicPlain"/>
              <a:tabLst>
                <a:tab pos="317500" algn="l"/>
                <a:tab pos="2816860" algn="l"/>
                <a:tab pos="4281170" algn="l"/>
                <a:tab pos="5414010" algn="l"/>
              </a:tabLst>
            </a:pPr>
            <a:r>
              <a:rPr dirty="0" spc="175"/>
              <a:t>.RE</a:t>
            </a:r>
            <a:r>
              <a:rPr dirty="0" spc="-415"/>
              <a:t> </a:t>
            </a:r>
            <a:r>
              <a:rPr dirty="0" spc="-30"/>
              <a:t>D</a:t>
            </a:r>
            <a:r>
              <a:rPr dirty="0" spc="-484"/>
              <a:t> </a:t>
            </a:r>
            <a:r>
              <a:rPr dirty="0"/>
              <a:t>U</a:t>
            </a:r>
            <a:r>
              <a:rPr dirty="0" spc="-425"/>
              <a:t> </a:t>
            </a:r>
            <a:r>
              <a:rPr dirty="0"/>
              <a:t>C</a:t>
            </a:r>
            <a:r>
              <a:rPr dirty="0" spc="-90"/>
              <a:t> </a:t>
            </a:r>
            <a:r>
              <a:rPr dirty="0" spc="-25"/>
              <a:t>E</a:t>
            </a:r>
            <a:r>
              <a:rPr dirty="0" spc="-415"/>
              <a:t> </a:t>
            </a:r>
            <a:r>
              <a:rPr dirty="0" spc="-50"/>
              <a:t>D</a:t>
            </a:r>
            <a:r>
              <a:rPr dirty="0"/>
              <a:t>	C</a:t>
            </a:r>
            <a:r>
              <a:rPr dirty="0" spc="-125"/>
              <a:t> </a:t>
            </a:r>
            <a:r>
              <a:rPr dirty="0" spc="150"/>
              <a:t>RO</a:t>
            </a:r>
            <a:r>
              <a:rPr dirty="0" spc="-270"/>
              <a:t> </a:t>
            </a:r>
            <a:r>
              <a:rPr dirty="0" spc="-50"/>
              <a:t>P</a:t>
            </a:r>
            <a:r>
              <a:rPr dirty="0"/>
              <a:t>	A</a:t>
            </a:r>
            <a:r>
              <a:rPr dirty="0" spc="-365"/>
              <a:t> </a:t>
            </a:r>
            <a:r>
              <a:rPr dirty="0"/>
              <a:t>N</a:t>
            </a:r>
            <a:r>
              <a:rPr dirty="0" spc="-450"/>
              <a:t> </a:t>
            </a:r>
            <a:r>
              <a:rPr dirty="0" spc="-50"/>
              <a:t>D</a:t>
            </a:r>
            <a:r>
              <a:rPr dirty="0"/>
              <a:t>	</a:t>
            </a:r>
            <a:r>
              <a:rPr dirty="0" spc="-25"/>
              <a:t>V</a:t>
            </a:r>
            <a:r>
              <a:rPr dirty="0" spc="-330"/>
              <a:t> </a:t>
            </a:r>
            <a:r>
              <a:rPr dirty="0" spc="-25"/>
              <a:t>E</a:t>
            </a:r>
            <a:r>
              <a:rPr dirty="0" spc="-415"/>
              <a:t> </a:t>
            </a:r>
            <a:r>
              <a:rPr dirty="0"/>
              <a:t>G</a:t>
            </a:r>
            <a:r>
              <a:rPr dirty="0" spc="-180"/>
              <a:t> </a:t>
            </a:r>
            <a:r>
              <a:rPr dirty="0" spc="-25"/>
              <a:t>E</a:t>
            </a:r>
            <a:r>
              <a:rPr dirty="0" spc="-415"/>
              <a:t> </a:t>
            </a:r>
            <a:r>
              <a:rPr dirty="0"/>
              <a:t>T</a:t>
            </a:r>
            <a:r>
              <a:rPr dirty="0" spc="-350"/>
              <a:t> </a:t>
            </a:r>
            <a:r>
              <a:rPr dirty="0"/>
              <a:t>A</a:t>
            </a:r>
            <a:r>
              <a:rPr dirty="0" spc="-340"/>
              <a:t> </a:t>
            </a:r>
            <a:r>
              <a:rPr dirty="0"/>
              <a:t>B</a:t>
            </a:r>
            <a:r>
              <a:rPr dirty="0" spc="-370"/>
              <a:t> </a:t>
            </a:r>
            <a:r>
              <a:rPr dirty="0" spc="130"/>
              <a:t>LE </a:t>
            </a:r>
            <a:r>
              <a:rPr dirty="0" spc="155"/>
              <a:t>DA</a:t>
            </a:r>
            <a:r>
              <a:rPr dirty="0" spc="-345"/>
              <a:t> </a:t>
            </a:r>
            <a:r>
              <a:rPr dirty="0"/>
              <a:t>M</a:t>
            </a:r>
            <a:r>
              <a:rPr dirty="0" spc="-315"/>
              <a:t> </a:t>
            </a:r>
            <a:r>
              <a:rPr dirty="0"/>
              <a:t>A</a:t>
            </a:r>
            <a:r>
              <a:rPr dirty="0" spc="-340"/>
              <a:t> </a:t>
            </a:r>
            <a:r>
              <a:rPr dirty="0"/>
              <a:t>G</a:t>
            </a:r>
            <a:r>
              <a:rPr dirty="0" spc="-195"/>
              <a:t> </a:t>
            </a:r>
            <a:r>
              <a:rPr dirty="0" spc="-50"/>
              <a:t>E</a:t>
            </a:r>
          </a:p>
          <a:p>
            <a:pPr>
              <a:lnSpc>
                <a:spcPct val="100000"/>
              </a:lnSpc>
              <a:spcBef>
                <a:spcPts val="1495"/>
              </a:spcBef>
              <a:buAutoNum type="arabicPlain"/>
            </a:pPr>
          </a:p>
          <a:p>
            <a:pPr marL="321945" indent="-299085">
              <a:lnSpc>
                <a:spcPct val="100000"/>
              </a:lnSpc>
              <a:buSzPct val="93103"/>
              <a:buAutoNum type="arabicPlain"/>
              <a:tabLst>
                <a:tab pos="321945" algn="l"/>
                <a:tab pos="3851910" algn="l"/>
              </a:tabLst>
            </a:pPr>
            <a:r>
              <a:rPr dirty="0" spc="105"/>
              <a:t>.S</a:t>
            </a:r>
            <a:r>
              <a:rPr dirty="0" spc="-229"/>
              <a:t> </a:t>
            </a:r>
            <a:r>
              <a:rPr dirty="0"/>
              <a:t>U</a:t>
            </a:r>
            <a:r>
              <a:rPr dirty="0" spc="-430"/>
              <a:t> </a:t>
            </a:r>
            <a:r>
              <a:rPr dirty="0"/>
              <a:t>S</a:t>
            </a:r>
            <a:r>
              <a:rPr dirty="0" spc="-229"/>
              <a:t> </a:t>
            </a:r>
            <a:r>
              <a:rPr dirty="0"/>
              <a:t>T</a:t>
            </a:r>
            <a:r>
              <a:rPr dirty="0" spc="-360"/>
              <a:t> </a:t>
            </a:r>
            <a:r>
              <a:rPr dirty="0"/>
              <a:t>A</a:t>
            </a:r>
            <a:r>
              <a:rPr dirty="0" spc="-345"/>
              <a:t> </a:t>
            </a:r>
            <a:r>
              <a:rPr dirty="0" spc="-85"/>
              <a:t>IN</a:t>
            </a:r>
            <a:r>
              <a:rPr dirty="0" spc="-459"/>
              <a:t> </a:t>
            </a:r>
            <a:r>
              <a:rPr dirty="0"/>
              <a:t>A</a:t>
            </a:r>
            <a:r>
              <a:rPr dirty="0" spc="-340"/>
              <a:t> </a:t>
            </a:r>
            <a:r>
              <a:rPr dirty="0"/>
              <a:t>B</a:t>
            </a:r>
            <a:r>
              <a:rPr dirty="0" spc="-385"/>
              <a:t> </a:t>
            </a:r>
            <a:r>
              <a:rPr dirty="0" spc="120"/>
              <a:t>LE</a:t>
            </a:r>
            <a:r>
              <a:rPr dirty="0"/>
              <a:t>	F</a:t>
            </a:r>
            <a:r>
              <a:rPr dirty="0" spc="-355"/>
              <a:t> </a:t>
            </a:r>
            <a:r>
              <a:rPr dirty="0"/>
              <a:t>A</a:t>
            </a:r>
            <a:r>
              <a:rPr dirty="0" spc="-345"/>
              <a:t> </a:t>
            </a:r>
            <a:r>
              <a:rPr dirty="0" spc="155"/>
              <a:t>RM</a:t>
            </a:r>
            <a:r>
              <a:rPr dirty="0" spc="-300"/>
              <a:t> </a:t>
            </a:r>
            <a:r>
              <a:rPr dirty="0" spc="-85"/>
              <a:t>IN</a:t>
            </a:r>
            <a:r>
              <a:rPr dirty="0" spc="-455"/>
              <a:t> </a:t>
            </a:r>
            <a:r>
              <a:rPr dirty="0" spc="-50"/>
              <a:t>G</a:t>
            </a: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5091" y="233172"/>
            <a:ext cx="2238755" cy="1476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9520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9052" y="0"/>
            <a:ext cx="5298948" cy="4495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8467" y="7717534"/>
            <a:ext cx="3590543" cy="256946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3915" algn="l"/>
              </a:tabLst>
            </a:pPr>
            <a:r>
              <a:rPr dirty="0"/>
              <a:t>T</a:t>
            </a:r>
            <a:r>
              <a:rPr dirty="0" spc="-545"/>
              <a:t> </a:t>
            </a:r>
            <a:r>
              <a:rPr dirty="0"/>
              <a:t>E</a:t>
            </a:r>
            <a:r>
              <a:rPr dirty="0" spc="-620"/>
              <a:t> </a:t>
            </a:r>
            <a:r>
              <a:rPr dirty="0" spc="-35"/>
              <a:t>A</a:t>
            </a:r>
            <a:r>
              <a:rPr dirty="0" spc="-505"/>
              <a:t> </a:t>
            </a:r>
            <a:r>
              <a:rPr dirty="0" spc="-50"/>
              <a:t>M</a:t>
            </a:r>
            <a:r>
              <a:rPr dirty="0"/>
              <a:t>	C</a:t>
            </a:r>
            <a:r>
              <a:rPr dirty="0" spc="-195"/>
              <a:t> </a:t>
            </a:r>
            <a:r>
              <a:rPr dirty="0" spc="-40"/>
              <a:t>O</a:t>
            </a:r>
            <a:r>
              <a:rPr dirty="0" spc="-434"/>
              <a:t> </a:t>
            </a:r>
            <a:r>
              <a:rPr dirty="0" spc="-45"/>
              <a:t>M</a:t>
            </a:r>
            <a:r>
              <a:rPr dirty="0" spc="-465"/>
              <a:t> </a:t>
            </a:r>
            <a:r>
              <a:rPr dirty="0"/>
              <a:t>P</a:t>
            </a:r>
            <a:r>
              <a:rPr dirty="0" spc="-625"/>
              <a:t> </a:t>
            </a:r>
            <a:r>
              <a:rPr dirty="0" spc="-40"/>
              <a:t>O</a:t>
            </a:r>
            <a:r>
              <a:rPr dirty="0" spc="-425"/>
              <a:t> </a:t>
            </a:r>
            <a:r>
              <a:rPr dirty="0"/>
              <a:t>S</a:t>
            </a:r>
            <a:r>
              <a:rPr dirty="0" spc="-370"/>
              <a:t> </a:t>
            </a:r>
            <a:r>
              <a:rPr dirty="0" spc="-130"/>
              <a:t>IT</a:t>
            </a:r>
            <a:r>
              <a:rPr dirty="0" spc="-560"/>
              <a:t> </a:t>
            </a:r>
            <a:r>
              <a:rPr dirty="0" spc="-145"/>
              <a:t>IO</a:t>
            </a:r>
            <a:r>
              <a:rPr dirty="0" spc="-420"/>
              <a:t> </a:t>
            </a:r>
            <a:r>
              <a:rPr dirty="0" spc="-50"/>
              <a:t>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28294" y="1937131"/>
            <a:ext cx="957580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6525" algn="l"/>
                <a:tab pos="3411220" algn="l"/>
                <a:tab pos="5928995" algn="l"/>
                <a:tab pos="7323455" algn="l"/>
                <a:tab pos="9328150" algn="l"/>
              </a:tabLst>
            </a:pP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2900" spc="-3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900" spc="-4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130" b="1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r>
              <a:rPr dirty="0" sz="29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125" b="1">
                <a:solidFill>
                  <a:srgbClr val="FFFFFF"/>
                </a:solidFill>
                <a:latin typeface="Tahoma"/>
                <a:cs typeface="Tahoma"/>
              </a:rPr>
              <a:t>mb</a:t>
            </a:r>
            <a:r>
              <a:rPr dirty="0" sz="2900" spc="-4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T</a:t>
            </a:r>
            <a:r>
              <a:rPr dirty="0" sz="2900" spc="-3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900" spc="-4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125" b="1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r>
              <a:rPr dirty="0" sz="29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125" b="1">
                <a:solidFill>
                  <a:srgbClr val="FFFFFF"/>
                </a:solidFill>
                <a:latin typeface="Tahoma"/>
                <a:cs typeface="Tahoma"/>
              </a:rPr>
              <a:t>mb</a:t>
            </a:r>
            <a:r>
              <a:rPr dirty="0" sz="2900" spc="-40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spc="-2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051538" y="1937131"/>
            <a:ext cx="3659504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6525" algn="l"/>
                <a:tab pos="3411220" algn="l"/>
              </a:tabLst>
            </a:pP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2900" spc="-3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900" spc="-4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125" b="1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r>
              <a:rPr dirty="0" sz="29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125" b="1">
                <a:solidFill>
                  <a:srgbClr val="FFFFFF"/>
                </a:solidFill>
                <a:latin typeface="Tahoma"/>
                <a:cs typeface="Tahoma"/>
              </a:rPr>
              <a:t>mb</a:t>
            </a:r>
            <a:r>
              <a:rPr dirty="0" sz="2900" spc="-4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spc="-2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1472" y="5292520"/>
            <a:ext cx="4029710" cy="314007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 marR="326390">
              <a:lnSpc>
                <a:spcPct val="100000"/>
              </a:lnSpc>
              <a:spcBef>
                <a:spcPts val="705"/>
              </a:spcBef>
              <a:tabLst>
                <a:tab pos="2489835" algn="l"/>
              </a:tabLst>
            </a:pP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2900" spc="-43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900" spc="-3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2900" spc="-3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85" b="1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dirty="0" sz="2900" spc="-3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dirty="0" sz="2900" spc="-4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125" b="1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endParaRPr sz="2900">
              <a:latin typeface="Tahoma"/>
              <a:cs typeface="Tahoma"/>
            </a:endParaRPr>
          </a:p>
          <a:p>
            <a:pPr algn="ctr" marR="184785">
              <a:lnSpc>
                <a:spcPct val="100000"/>
              </a:lnSpc>
              <a:spcBef>
                <a:spcPts val="600"/>
              </a:spcBef>
            </a:pP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290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spc="-4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2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2400" spc="-15" b="1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dirty="0" sz="2400" spc="-20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40" b="1">
                <a:solidFill>
                  <a:srgbClr val="FFFFFF"/>
                </a:solidFill>
                <a:latin typeface="Tahoma"/>
                <a:cs typeface="Tahoma"/>
              </a:rPr>
              <a:t>Strengths</a:t>
            </a:r>
            <a:r>
              <a:rPr dirty="0" sz="2400" spc="-2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400" spc="-11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abilities</a:t>
            </a:r>
            <a:endParaRPr sz="2400">
              <a:latin typeface="Tahoma"/>
              <a:cs typeface="Tahoma"/>
            </a:endParaRPr>
          </a:p>
          <a:p>
            <a:pPr marL="12700" marR="1604010">
              <a:lnSpc>
                <a:spcPct val="127899"/>
              </a:lnSpc>
              <a:spcBef>
                <a:spcPts val="15"/>
              </a:spcBef>
            </a:pPr>
            <a:r>
              <a:rPr dirty="0" sz="2400" spc="-130" b="1">
                <a:solidFill>
                  <a:srgbClr val="FFFFFF"/>
                </a:solidFill>
                <a:latin typeface="Tahoma"/>
                <a:cs typeface="Tahoma"/>
              </a:rPr>
              <a:t>1.Problem</a:t>
            </a:r>
            <a:r>
              <a:rPr dirty="0" sz="2400" spc="-2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solver 2.Observer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dirty="0" sz="2400" spc="-45" b="1">
                <a:solidFill>
                  <a:srgbClr val="FFFFFF"/>
                </a:solidFill>
                <a:latin typeface="Tahoma"/>
                <a:cs typeface="Tahoma"/>
              </a:rPr>
              <a:t>3.Problem</a:t>
            </a:r>
            <a:r>
              <a:rPr dirty="0" sz="2400" spc="-2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solver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68822" y="5243931"/>
            <a:ext cx="5382895" cy="1776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84400" marR="5080" indent="-1120140">
              <a:lnSpc>
                <a:spcPct val="116199"/>
              </a:lnSpc>
              <a:spcBef>
                <a:spcPts val="100"/>
              </a:spcBef>
              <a:tabLst>
                <a:tab pos="2406650" algn="l"/>
                <a:tab pos="5087620" algn="l"/>
              </a:tabLst>
            </a:pP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900" spc="-2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140" b="1">
                <a:solidFill>
                  <a:srgbClr val="FFFFFF"/>
                </a:solidFill>
                <a:latin typeface="Tahoma"/>
                <a:cs typeface="Tahoma"/>
              </a:rPr>
              <a:t>RE</a:t>
            </a:r>
            <a:r>
              <a:rPr dirty="0" sz="2900" spc="-4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	N</a:t>
            </a:r>
            <a:r>
              <a:rPr dirty="0" sz="2900" spc="-48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900" spc="-3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150" b="1">
                <a:solidFill>
                  <a:srgbClr val="FFFFFF"/>
                </a:solidFill>
                <a:latin typeface="Tahoma"/>
                <a:cs typeface="Tahoma"/>
              </a:rPr>
              <a:t>RA</a:t>
            </a:r>
            <a:r>
              <a:rPr dirty="0" sz="2900" spc="-3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900" spc="-3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900" spc="-3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2900" spc="-4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H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290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900" spc="-2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900" spc="-2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55" b="1">
                <a:solidFill>
                  <a:srgbClr val="FFFFFF"/>
                </a:solidFill>
                <a:latin typeface="Tahoma"/>
                <a:cs typeface="Tahoma"/>
              </a:rPr>
              <a:t>/C</a:t>
            </a:r>
            <a:r>
              <a:rPr dirty="0" sz="290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2900" spc="-3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2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15"/>
              </a:spcBef>
              <a:tabLst>
                <a:tab pos="1022985" algn="l"/>
                <a:tab pos="3711575" algn="l"/>
              </a:tabLst>
            </a:pPr>
            <a:r>
              <a:rPr dirty="0" sz="2400" spc="80" b="1">
                <a:solidFill>
                  <a:srgbClr val="FFFFFF"/>
                </a:solidFill>
                <a:latin typeface="Tahoma"/>
                <a:cs typeface="Tahoma"/>
              </a:rPr>
              <a:t>Ke</a:t>
            </a:r>
            <a:r>
              <a:rPr dirty="0" sz="24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-2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spc="-2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5" b="1">
                <a:solidFill>
                  <a:srgbClr val="FFFFFF"/>
                </a:solidFill>
                <a:latin typeface="Tahoma"/>
                <a:cs typeface="Tahoma"/>
              </a:rPr>
              <a:t>tre</a:t>
            </a:r>
            <a:r>
              <a:rPr dirty="0" sz="24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65" b="1">
                <a:solidFill>
                  <a:srgbClr val="FFFFFF"/>
                </a:solidFill>
                <a:latin typeface="Tahoma"/>
                <a:cs typeface="Tahoma"/>
              </a:rPr>
              <a:t>ng</a:t>
            </a:r>
            <a:r>
              <a:rPr dirty="0" sz="2400" spc="-3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0" b="1">
                <a:solidFill>
                  <a:srgbClr val="FFFFFF"/>
                </a:solidFill>
                <a:latin typeface="Tahoma"/>
                <a:cs typeface="Tahoma"/>
              </a:rPr>
              <a:t>ths</a:t>
            </a:r>
            <a:r>
              <a:rPr dirty="0" sz="2400" spc="2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0" b="1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170" b="1">
                <a:solidFill>
                  <a:srgbClr val="FFFFFF"/>
                </a:solidFill>
                <a:latin typeface="Tahoma"/>
                <a:cs typeface="Tahoma"/>
              </a:rPr>
              <a:t>abilitie</a:t>
            </a:r>
            <a:r>
              <a:rPr dirty="0" sz="24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68822" y="6994652"/>
            <a:ext cx="5039360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700"/>
              </a:spcBef>
              <a:buAutoNum type="arabicPlain"/>
              <a:tabLst>
                <a:tab pos="387350" algn="l"/>
                <a:tab pos="1960245" algn="l"/>
              </a:tabLst>
            </a:pPr>
            <a:r>
              <a:rPr dirty="0" sz="2400" spc="100" b="1">
                <a:solidFill>
                  <a:srgbClr val="FFFFFF"/>
                </a:solidFill>
                <a:latin typeface="Tahoma"/>
                <a:cs typeface="Tahoma"/>
              </a:rPr>
              <a:t>Dis</a:t>
            </a:r>
            <a:r>
              <a:rPr dirty="0" sz="2400" spc="-2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2400" spc="-3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0" b="1">
                <a:solidFill>
                  <a:srgbClr val="FFFFFF"/>
                </a:solidFill>
                <a:latin typeface="Tahoma"/>
                <a:cs typeface="Tahoma"/>
              </a:rPr>
              <a:t>ute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80" b="1">
                <a:solidFill>
                  <a:srgbClr val="FFFFFF"/>
                </a:solidFill>
                <a:latin typeface="Tahoma"/>
                <a:cs typeface="Tahoma"/>
              </a:rPr>
              <a:t>Re</a:t>
            </a:r>
            <a:r>
              <a:rPr dirty="0" sz="24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spc="-2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400" spc="-3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45" b="1">
                <a:solidFill>
                  <a:srgbClr val="FFFFFF"/>
                </a:solidFill>
                <a:latin typeface="Tahoma"/>
                <a:cs typeface="Tahoma"/>
              </a:rPr>
              <a:t>lve</a:t>
            </a:r>
            <a:r>
              <a:rPr dirty="0" sz="2400" spc="-2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  <a:p>
            <a:pPr marL="305435" indent="-292735">
              <a:lnSpc>
                <a:spcPct val="100000"/>
              </a:lnSpc>
              <a:spcBef>
                <a:spcPts val="600"/>
              </a:spcBef>
              <a:buAutoNum type="arabicPlain"/>
              <a:tabLst>
                <a:tab pos="305435" algn="l"/>
                <a:tab pos="2135505" algn="l"/>
                <a:tab pos="3881754" algn="l"/>
              </a:tabLst>
            </a:pP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.C</a:t>
            </a:r>
            <a:r>
              <a:rPr dirty="0" sz="2400" spc="-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65" b="1">
                <a:solidFill>
                  <a:srgbClr val="FFFFFF"/>
                </a:solidFill>
                <a:latin typeface="Tahoma"/>
                <a:cs typeface="Tahoma"/>
              </a:rPr>
              <a:t>re</a:t>
            </a:r>
            <a:r>
              <a:rPr dirty="0" sz="2400" spc="-2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35" b="1">
                <a:solidFill>
                  <a:srgbClr val="FFFFFF"/>
                </a:solidFill>
                <a:latin typeface="Tahoma"/>
                <a:cs typeface="Tahoma"/>
              </a:rPr>
              <a:t>ative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130" b="1">
                <a:solidFill>
                  <a:srgbClr val="FFFFFF"/>
                </a:solidFill>
                <a:latin typeface="Tahoma"/>
                <a:cs typeface="Tahoma"/>
              </a:rPr>
              <a:t>Pro</a:t>
            </a:r>
            <a:r>
              <a:rPr dirty="0" sz="2400" spc="-3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80" b="1">
                <a:solidFill>
                  <a:srgbClr val="FFFFFF"/>
                </a:solidFill>
                <a:latin typeface="Tahoma"/>
                <a:cs typeface="Tahoma"/>
              </a:rPr>
              <a:t>ble</a:t>
            </a:r>
            <a:r>
              <a:rPr dirty="0" sz="2400" spc="-2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spc="-22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400" spc="-3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45" b="1">
                <a:solidFill>
                  <a:srgbClr val="FFFFFF"/>
                </a:solidFill>
                <a:latin typeface="Tahoma"/>
                <a:cs typeface="Tahoma"/>
              </a:rPr>
              <a:t>lve</a:t>
            </a:r>
            <a:r>
              <a:rPr dirty="0" sz="2400" spc="-2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68822" y="7878571"/>
            <a:ext cx="4643120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11785" indent="-299085">
              <a:lnSpc>
                <a:spcPct val="100000"/>
              </a:lnSpc>
              <a:spcBef>
                <a:spcPts val="700"/>
              </a:spcBef>
              <a:buAutoNum type="arabicPlain" startAt="3"/>
              <a:tabLst>
                <a:tab pos="311785" algn="l"/>
                <a:tab pos="2464435" algn="l"/>
                <a:tab pos="3266440" algn="l"/>
              </a:tabLst>
            </a:pP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.A</a:t>
            </a:r>
            <a:r>
              <a:rPr dirty="0" sz="2400" spc="-3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2400" spc="-3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4" b="1">
                <a:solidFill>
                  <a:srgbClr val="FFFFFF"/>
                </a:solidFill>
                <a:latin typeface="Tahoma"/>
                <a:cs typeface="Tahoma"/>
              </a:rPr>
              <a:t>ap</a:t>
            </a:r>
            <a:r>
              <a:rPr dirty="0" sz="2400" spc="-3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80" b="1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100" b="1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160" b="1">
                <a:solidFill>
                  <a:srgbClr val="FFFFFF"/>
                </a:solidFill>
                <a:latin typeface="Tahoma"/>
                <a:cs typeface="Tahoma"/>
              </a:rPr>
              <a:t>fle</a:t>
            </a:r>
            <a:r>
              <a:rPr dirty="0" sz="2400" spc="-2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65" b="1">
                <a:solidFill>
                  <a:srgbClr val="FFFFFF"/>
                </a:solidFill>
                <a:latin typeface="Tahoma"/>
                <a:cs typeface="Tahoma"/>
              </a:rPr>
              <a:t>xible</a:t>
            </a:r>
            <a:endParaRPr sz="2400">
              <a:latin typeface="Tahoma"/>
              <a:cs typeface="Tahoma"/>
            </a:endParaRPr>
          </a:p>
          <a:p>
            <a:pPr marL="305435" indent="-292735">
              <a:lnSpc>
                <a:spcPct val="100000"/>
              </a:lnSpc>
              <a:spcBef>
                <a:spcPts val="600"/>
              </a:spcBef>
              <a:buAutoNum type="arabicPlain" startAt="3"/>
              <a:tabLst>
                <a:tab pos="305435" algn="l"/>
                <a:tab pos="1809114" algn="l"/>
              </a:tabLst>
            </a:pP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.S</a:t>
            </a:r>
            <a:r>
              <a:rPr dirty="0" sz="2400" spc="-22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400" spc="-3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40" b="1">
                <a:solidFill>
                  <a:srgbClr val="FFFFFF"/>
                </a:solidFill>
                <a:latin typeface="Tahoma"/>
                <a:cs typeface="Tahoma"/>
              </a:rPr>
              <a:t>ci</a:t>
            </a:r>
            <a:r>
              <a:rPr dirty="0" sz="24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0" b="1">
                <a:solidFill>
                  <a:srgbClr val="FFFFFF"/>
                </a:solidFill>
                <a:latin typeface="Tahoma"/>
                <a:cs typeface="Tahoma"/>
              </a:rPr>
              <a:t>al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185" b="1">
                <a:solidFill>
                  <a:srgbClr val="FFFFFF"/>
                </a:solidFill>
                <a:latin typeface="Tahoma"/>
                <a:cs typeface="Tahoma"/>
              </a:rPr>
              <a:t>co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0" b="1">
                <a:solidFill>
                  <a:srgbClr val="FFFFFF"/>
                </a:solidFill>
                <a:latin typeface="Tahoma"/>
                <a:cs typeface="Tahoma"/>
              </a:rPr>
              <a:t>nne</a:t>
            </a:r>
            <a:r>
              <a:rPr dirty="0" sz="2400" spc="-2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50" b="1">
                <a:solidFill>
                  <a:srgbClr val="FFFFFF"/>
                </a:solidFill>
                <a:latin typeface="Tahoma"/>
                <a:cs typeface="Tahoma"/>
              </a:rPr>
              <a:t>ct</a:t>
            </a:r>
            <a:r>
              <a:rPr dirty="0" sz="2400" spc="-11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4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802361" y="4988771"/>
            <a:ext cx="2306320" cy="1052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 marR="5080" indent="-64135">
              <a:lnSpc>
                <a:spcPct val="116199"/>
              </a:lnSpc>
              <a:spcBef>
                <a:spcPts val="95"/>
              </a:spcBef>
              <a:tabLst>
                <a:tab pos="1888489" algn="l"/>
              </a:tabLst>
            </a:pPr>
            <a:r>
              <a:rPr dirty="0" sz="2900" spc="150" b="1">
                <a:solidFill>
                  <a:srgbClr val="FFFFFF"/>
                </a:solidFill>
                <a:latin typeface="Tahoma"/>
                <a:cs typeface="Tahoma"/>
              </a:rPr>
              <a:t>KA</a:t>
            </a:r>
            <a:r>
              <a:rPr dirty="0" sz="2900" spc="-3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2900" spc="-3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100" b="1">
                <a:solidFill>
                  <a:srgbClr val="FFFFFF"/>
                </a:solidFill>
                <a:latin typeface="Tahoma"/>
                <a:cs typeface="Tahoma"/>
              </a:rPr>
              <a:t>IY</a:t>
            </a:r>
            <a:r>
              <a:rPr dirty="0" sz="2900" spc="-3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M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29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dirty="0" sz="2900" spc="-3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9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60" b="1">
                <a:solidFill>
                  <a:srgbClr val="FFFFFF"/>
                </a:solidFill>
                <a:latin typeface="Tahoma"/>
                <a:cs typeface="Tahoma"/>
              </a:rPr>
              <a:t>/C</a:t>
            </a:r>
            <a:r>
              <a:rPr dirty="0" sz="290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2900" spc="-3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536169" y="6516223"/>
            <a:ext cx="4286250" cy="2242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860" marR="5080">
              <a:lnSpc>
                <a:spcPct val="115799"/>
              </a:lnSpc>
              <a:spcBef>
                <a:spcPts val="95"/>
              </a:spcBef>
              <a:tabLst>
                <a:tab pos="1033780" algn="l"/>
                <a:tab pos="3027045" algn="l"/>
              </a:tabLst>
            </a:pPr>
            <a:r>
              <a:rPr dirty="0" sz="2400" spc="80" b="1">
                <a:solidFill>
                  <a:srgbClr val="FFFFFF"/>
                </a:solidFill>
                <a:latin typeface="Tahoma"/>
                <a:cs typeface="Tahoma"/>
              </a:rPr>
              <a:t>Ke</a:t>
            </a:r>
            <a:r>
              <a:rPr dirty="0" sz="24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-2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spc="-2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5" b="1">
                <a:solidFill>
                  <a:srgbClr val="FFFFFF"/>
                </a:solidFill>
                <a:latin typeface="Tahoma"/>
                <a:cs typeface="Tahoma"/>
              </a:rPr>
              <a:t>tre</a:t>
            </a:r>
            <a:r>
              <a:rPr dirty="0" sz="24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65" b="1">
                <a:solidFill>
                  <a:srgbClr val="FFFFFF"/>
                </a:solidFill>
                <a:latin typeface="Tahoma"/>
                <a:cs typeface="Tahoma"/>
              </a:rPr>
              <a:t>ng</a:t>
            </a:r>
            <a:r>
              <a:rPr dirty="0" sz="2400" spc="-3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0" b="1">
                <a:solidFill>
                  <a:srgbClr val="FFFFFF"/>
                </a:solidFill>
                <a:latin typeface="Tahoma"/>
                <a:cs typeface="Tahoma"/>
              </a:rPr>
              <a:t>ths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120" b="1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40" b="1">
                <a:solidFill>
                  <a:srgbClr val="FFFFFF"/>
                </a:solidFill>
                <a:latin typeface="Tahoma"/>
                <a:cs typeface="Tahoma"/>
              </a:rPr>
              <a:t>abi </a:t>
            </a: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2400" spc="-43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4" b="1">
                <a:solidFill>
                  <a:srgbClr val="FFFFFF"/>
                </a:solidFill>
                <a:latin typeface="Tahoma"/>
                <a:cs typeface="Tahoma"/>
              </a:rPr>
              <a:t>itie</a:t>
            </a:r>
            <a:r>
              <a:rPr dirty="0" sz="2400" spc="-2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spc="2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  <a:p>
            <a:pPr marL="244475" indent="-231775">
              <a:lnSpc>
                <a:spcPct val="100000"/>
              </a:lnSpc>
              <a:spcBef>
                <a:spcPts val="950"/>
              </a:spcBef>
              <a:buSzPct val="91666"/>
              <a:buAutoNum type="arabicPlain"/>
              <a:tabLst>
                <a:tab pos="244475" algn="l"/>
                <a:tab pos="2004695" algn="l"/>
              </a:tabLst>
            </a:pPr>
            <a:r>
              <a:rPr dirty="0" sz="2400" spc="110" b="1">
                <a:solidFill>
                  <a:srgbClr val="FFFFFF"/>
                </a:solidFill>
                <a:latin typeface="Tahoma"/>
                <a:cs typeface="Tahoma"/>
              </a:rPr>
              <a:t>.Po</a:t>
            </a:r>
            <a:r>
              <a:rPr dirty="0" sz="2400" spc="-3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spc="-22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0" b="1">
                <a:solidFill>
                  <a:srgbClr val="FFFFFF"/>
                </a:solidFill>
                <a:latin typeface="Tahoma"/>
                <a:cs typeface="Tahoma"/>
              </a:rPr>
              <a:t>itive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2400" spc="-3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35" b="1">
                <a:solidFill>
                  <a:srgbClr val="FFFFFF"/>
                </a:solidFill>
                <a:latin typeface="Tahoma"/>
                <a:cs typeface="Tahoma"/>
              </a:rPr>
              <a:t>hinke</a:t>
            </a:r>
            <a:r>
              <a:rPr dirty="0" sz="24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  <a:p>
            <a:pPr marL="317500" indent="-294640">
              <a:lnSpc>
                <a:spcPct val="100000"/>
              </a:lnSpc>
              <a:spcBef>
                <a:spcPts val="600"/>
              </a:spcBef>
              <a:buSzPct val="91666"/>
              <a:buAutoNum type="arabicPlain"/>
              <a:tabLst>
                <a:tab pos="317500" algn="l"/>
                <a:tab pos="2088514" algn="l"/>
              </a:tabLst>
            </a:pPr>
            <a:r>
              <a:rPr dirty="0" sz="2400" spc="120" b="1">
                <a:solidFill>
                  <a:srgbClr val="FFFFFF"/>
                </a:solidFill>
                <a:latin typeface="Tahoma"/>
                <a:cs typeface="Tahoma"/>
              </a:rPr>
              <a:t>.Pro</a:t>
            </a:r>
            <a:r>
              <a:rPr dirty="0" sz="2400" spc="-3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80" b="1">
                <a:solidFill>
                  <a:srgbClr val="FFFFFF"/>
                </a:solidFill>
                <a:latin typeface="Tahoma"/>
                <a:cs typeface="Tahoma"/>
              </a:rPr>
              <a:t>ble</a:t>
            </a:r>
            <a:r>
              <a:rPr dirty="0" sz="2400" spc="-2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-2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spc="-2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400" spc="-3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45" b="1">
                <a:solidFill>
                  <a:srgbClr val="FFFFFF"/>
                </a:solidFill>
                <a:latin typeface="Tahoma"/>
                <a:cs typeface="Tahoma"/>
              </a:rPr>
              <a:t>lve</a:t>
            </a:r>
            <a:r>
              <a:rPr dirty="0" sz="24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  <a:p>
            <a:pPr marL="323215" indent="-300355">
              <a:lnSpc>
                <a:spcPct val="100000"/>
              </a:lnSpc>
              <a:spcBef>
                <a:spcPts val="600"/>
              </a:spcBef>
              <a:buSzPct val="91666"/>
              <a:buAutoNum type="arabicPlain"/>
              <a:tabLst>
                <a:tab pos="323215" algn="l"/>
                <a:tab pos="2210435" algn="l"/>
              </a:tabLst>
            </a:pP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.F</a:t>
            </a:r>
            <a:r>
              <a:rPr dirty="0" sz="2400" spc="-3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4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55" b="1">
                <a:solidFill>
                  <a:srgbClr val="FFFFFF"/>
                </a:solidFill>
                <a:latin typeface="Tahoma"/>
                <a:cs typeface="Tahoma"/>
              </a:rPr>
              <a:t>arle</a:t>
            </a:r>
            <a:r>
              <a:rPr dirty="0" sz="2400" spc="-2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spc="-2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185" b="1">
                <a:solidFill>
                  <a:srgbClr val="FFFFFF"/>
                </a:solidFill>
                <a:latin typeface="Tahoma"/>
                <a:cs typeface="Tahoma"/>
              </a:rPr>
              <a:t>co</a:t>
            </a:r>
            <a:r>
              <a:rPr dirty="0" sz="24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0" b="1">
                <a:solidFill>
                  <a:srgbClr val="FFFFFF"/>
                </a:solidFill>
                <a:latin typeface="Tahoma"/>
                <a:cs typeface="Tahoma"/>
              </a:rPr>
              <a:t>nne</a:t>
            </a:r>
            <a:r>
              <a:rPr dirty="0" sz="2400" spc="-2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50" b="1">
                <a:solidFill>
                  <a:srgbClr val="FFFFFF"/>
                </a:solidFill>
                <a:latin typeface="Tahoma"/>
                <a:cs typeface="Tahoma"/>
              </a:rPr>
              <a:t>ct</a:t>
            </a:r>
            <a:r>
              <a:rPr dirty="0" sz="2400" spc="-11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400" spc="-2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95091" y="233172"/>
            <a:ext cx="2238755" cy="147675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39700" y="2857500"/>
            <a:ext cx="1943100" cy="16764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0200" y="2857500"/>
            <a:ext cx="1714500" cy="19050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1400" y="2628900"/>
            <a:ext cx="1981200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6065" y="4035425"/>
            <a:ext cx="11101705" cy="22898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850">
                <a:solidFill>
                  <a:srgbClr val="FFF9F6"/>
                </a:solidFill>
                <a:latin typeface="Arial"/>
                <a:cs typeface="Arial"/>
              </a:rPr>
              <a:t>THANK</a:t>
            </a:r>
            <a:r>
              <a:rPr dirty="0" sz="14850" spc="-1055">
                <a:solidFill>
                  <a:srgbClr val="FFF9F6"/>
                </a:solidFill>
                <a:latin typeface="Arial"/>
                <a:cs typeface="Arial"/>
              </a:rPr>
              <a:t> </a:t>
            </a:r>
            <a:r>
              <a:rPr dirty="0" sz="14850" spc="-25">
                <a:solidFill>
                  <a:srgbClr val="FFF9F6"/>
                </a:solidFill>
                <a:latin typeface="Arial"/>
                <a:cs typeface="Arial"/>
              </a:rPr>
              <a:t>YOU</a:t>
            </a:r>
            <a:endParaRPr sz="148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920738"/>
            <a:ext cx="5113019" cy="4366258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3344143" y="0"/>
            <a:ext cx="4944110" cy="5349240"/>
            <a:chOff x="13344143" y="0"/>
            <a:chExt cx="4944110" cy="534924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44143" y="0"/>
              <a:ext cx="4943856" cy="534924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95091" y="233172"/>
              <a:ext cx="2238755" cy="14767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2024-10-13T14:50:25Z</dcterms:created>
  <dcterms:modified xsi:type="dcterms:W3CDTF">2024-10-13T14:50:25Z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2024-10-13T00:00:00Z</vt:filetime>
  </property>
  <property fmtid="{D5CDD505-2E9C-101B-9397-08002B2CF9AE}" pid="3" name="Producer">
    <vt:lpwstr>Pdftools SDK</vt:lpwstr>
  </property>
</Properties>
</file>